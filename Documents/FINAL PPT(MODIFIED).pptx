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6" r:id="rId1"/>
  </p:sldMasterIdLst>
  <p:notesMasterIdLst>
    <p:notesMasterId r:id="rId20"/>
  </p:notesMasterIdLst>
  <p:sldIdLst>
    <p:sldId id="256" r:id="rId2"/>
    <p:sldId id="258" r:id="rId3"/>
    <p:sldId id="257" r:id="rId4"/>
    <p:sldId id="308" r:id="rId5"/>
    <p:sldId id="271" r:id="rId6"/>
    <p:sldId id="259" r:id="rId7"/>
    <p:sldId id="267" r:id="rId8"/>
    <p:sldId id="305" r:id="rId9"/>
    <p:sldId id="309" r:id="rId10"/>
    <p:sldId id="310" r:id="rId11"/>
    <p:sldId id="263" r:id="rId12"/>
    <p:sldId id="311" r:id="rId13"/>
    <p:sldId id="265" r:id="rId14"/>
    <p:sldId id="304" r:id="rId15"/>
    <p:sldId id="261" r:id="rId16"/>
    <p:sldId id="262" r:id="rId17"/>
    <p:sldId id="277" r:id="rId18"/>
    <p:sldId id="286" r:id="rId19"/>
  </p:sldIdLst>
  <p:sldSz cx="9144000" cy="5143500" type="screen16x9"/>
  <p:notesSz cx="6858000" cy="9144000"/>
  <p:embeddedFontLst>
    <p:embeddedFont>
      <p:font typeface="Nunito Sans" panose="020B0604020202020204" charset="0"/>
      <p:regular r:id="rId21"/>
      <p:bold r:id="rId22"/>
      <p:italic r:id="rId23"/>
      <p:boldItalic r:id="rId24"/>
    </p:embeddedFont>
    <p:embeddedFont>
      <p:font typeface="Roboto Light" panose="020B0604020202020204" charset="0"/>
      <p:regular r:id="rId25"/>
      <p:bold r:id="rId26"/>
      <p:italic r:id="rId27"/>
      <p:boldItalic r:id="rId28"/>
    </p:embeddedFont>
    <p:embeddedFont>
      <p:font typeface="Roboto" panose="020B0604020202020204" charset="0"/>
      <p:regular r:id="rId29"/>
      <p:bold r:id="rId30"/>
      <p:italic r:id="rId31"/>
      <p:boldItalic r:id="rId32"/>
    </p:embeddedFont>
    <p:embeddedFont>
      <p:font typeface="Squada One" panose="020B0604020202020204" charset="0"/>
      <p:regular r:id="rId33"/>
    </p:embeddedFont>
    <p:embeddedFont>
      <p:font typeface="Nunito Sans ExtraBold" panose="020B0604020202020204" charset="0"/>
      <p:bold r:id="rId34"/>
      <p:boldItalic r:id="rId35"/>
    </p:embeddedFont>
    <p:embeddedFont>
      <p:font typeface="Roboto Slab Light" panose="020B0604020202020204" charset="0"/>
      <p:regular r:id="rId36"/>
      <p:bold r:id="rId37"/>
    </p:embeddedFont>
    <p:embeddedFont>
      <p:font typeface="Nunito Sans SemiBold" panose="020B0604020202020204" charset="0"/>
      <p:regular r:id="rId38"/>
      <p:bold r:id="rId39"/>
      <p:italic r:id="rId40"/>
      <p:boldItalic r:id="rId41"/>
    </p:embeddedFont>
    <p:embeddedFont>
      <p:font typeface="Roboto Slab" panose="020B0604020202020204" charset="0"/>
      <p:regular r:id="rId42"/>
      <p:bold r:id="rId43"/>
    </p:embeddedFont>
    <p:embeddedFont>
      <p:font typeface="Calibri" panose="020F050202020403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DE0200-3DD5-4EF2-B00A-5417D12A84BD}">
  <a:tblStyle styleId="{68DE0200-3DD5-4EF2-B00A-5417D12A84B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56" autoAdjust="0"/>
    <p:restoredTop sz="94660"/>
  </p:normalViewPr>
  <p:slideViewPr>
    <p:cSldViewPr snapToGrid="0">
      <p:cViewPr varScale="1">
        <p:scale>
          <a:sx n="111" d="100"/>
          <a:sy n="111" d="100"/>
        </p:scale>
        <p:origin x="466"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openxmlformats.org/officeDocument/2006/relationships/font" Target="fonts/font27.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font" Target="fonts/font2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font" Target="fonts/font26.fntdata"/><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779628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23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9" name="Google Shape;3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874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7708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4" name="Google Shape;15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180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7945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713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81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067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2525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91910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7" name="Google Shape;157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4743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7543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IN" dirty="0"/>
              <a:t>Python</a:t>
            </a:r>
          </a:p>
        </p:txBody>
      </p:sp>
      <p:sp>
        <p:nvSpPr>
          <p:cNvPr id="359" name="Google Shape;3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7906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8455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1" name="Google Shape;156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7012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6" name="Google Shape;167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282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LE OPENING">
  <p:cSld name="Diapositiva de título">
    <p:bg>
      <p:bgPr>
        <a:gradFill>
          <a:gsLst>
            <a:gs pos="0">
              <a:schemeClr val="accent1"/>
            </a:gs>
            <a:gs pos="100000">
              <a:schemeClr val="accent2"/>
            </a:gs>
          </a:gsLst>
          <a:path path="circle">
            <a:fillToRect l="50000" t="50000" r="50000" b="50000"/>
          </a:path>
          <a:tileRect/>
        </a:gradFill>
        <a:effectLst/>
      </p:bgPr>
    </p:bg>
    <p:spTree>
      <p:nvGrpSpPr>
        <p:cNvPr id="1" name="Shape 15"/>
        <p:cNvGrpSpPr/>
        <p:nvPr/>
      </p:nvGrpSpPr>
      <p:grpSpPr>
        <a:xfrm>
          <a:off x="0" y="0"/>
          <a:ext cx="0" cy="0"/>
          <a:chOff x="0" y="0"/>
          <a:chExt cx="0" cy="0"/>
        </a:xfrm>
      </p:grpSpPr>
      <p:sp>
        <p:nvSpPr>
          <p:cNvPr id="16" name="Google Shape;16;p2"/>
          <p:cNvSpPr/>
          <p:nvPr/>
        </p:nvSpPr>
        <p:spPr>
          <a:xfrm flipH="1">
            <a:off x="645900" y="1217100"/>
            <a:ext cx="7260900" cy="2717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0" y="1299294"/>
            <a:ext cx="2964712" cy="3316107"/>
          </a:xfrm>
          <a:custGeom>
            <a:avLst/>
            <a:gdLst/>
            <a:ahLst/>
            <a:cxnLst/>
            <a:rect l="l" t="t" r="r" b="b"/>
            <a:pathLst>
              <a:path w="51204" h="57273" extrusionOk="0">
                <a:moveTo>
                  <a:pt x="8598" y="1"/>
                </a:moveTo>
                <a:lnTo>
                  <a:pt x="0" y="21597"/>
                </a:lnTo>
                <a:lnTo>
                  <a:pt x="11012" y="45939"/>
                </a:lnTo>
                <a:cubicBezTo>
                  <a:pt x="11012" y="45939"/>
                  <a:pt x="26937" y="57273"/>
                  <a:pt x="34889" y="57273"/>
                </a:cubicBezTo>
                <a:cubicBezTo>
                  <a:pt x="35092" y="57273"/>
                  <a:pt x="35289" y="57265"/>
                  <a:pt x="35482" y="57250"/>
                </a:cubicBezTo>
                <a:cubicBezTo>
                  <a:pt x="43193" y="56631"/>
                  <a:pt x="51204" y="42938"/>
                  <a:pt x="45960" y="35023"/>
                </a:cubicBezTo>
                <a:cubicBezTo>
                  <a:pt x="44317" y="32544"/>
                  <a:pt x="41903" y="31781"/>
                  <a:pt x="39361" y="31781"/>
                </a:cubicBezTo>
                <a:cubicBezTo>
                  <a:pt x="35279" y="31781"/>
                  <a:pt x="30867" y="33751"/>
                  <a:pt x="28798" y="33751"/>
                </a:cubicBezTo>
                <a:cubicBezTo>
                  <a:pt x="28042" y="33751"/>
                  <a:pt x="27599" y="33488"/>
                  <a:pt x="27599" y="32770"/>
                </a:cubicBezTo>
                <a:cubicBezTo>
                  <a:pt x="27599" y="28871"/>
                  <a:pt x="38515" y="24994"/>
                  <a:pt x="36753" y="15007"/>
                </a:cubicBezTo>
                <a:cubicBezTo>
                  <a:pt x="34446" y="1976"/>
                  <a:pt x="8598" y="1"/>
                  <a:pt x="8598" y="1"/>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62475" y="1807662"/>
            <a:ext cx="3358026" cy="3335793"/>
          </a:xfrm>
          <a:custGeom>
            <a:avLst/>
            <a:gdLst/>
            <a:ahLst/>
            <a:cxnLst/>
            <a:rect l="l" t="t" r="r" b="b"/>
            <a:pathLst>
              <a:path w="57997" h="57613" extrusionOk="0">
                <a:moveTo>
                  <a:pt x="10584" y="0"/>
                </a:moveTo>
                <a:cubicBezTo>
                  <a:pt x="10895" y="4689"/>
                  <a:pt x="14494" y="9998"/>
                  <a:pt x="14195" y="14643"/>
                </a:cubicBezTo>
                <a:cubicBezTo>
                  <a:pt x="13746" y="21597"/>
                  <a:pt x="0" y="20197"/>
                  <a:pt x="321" y="27759"/>
                </a:cubicBezTo>
                <a:cubicBezTo>
                  <a:pt x="641" y="35322"/>
                  <a:pt x="14771" y="31082"/>
                  <a:pt x="13458" y="42873"/>
                </a:cubicBezTo>
                <a:cubicBezTo>
                  <a:pt x="12470" y="51745"/>
                  <a:pt x="16227" y="55433"/>
                  <a:pt x="21239" y="55433"/>
                </a:cubicBezTo>
                <a:cubicBezTo>
                  <a:pt x="22894" y="55433"/>
                  <a:pt x="24686" y="55031"/>
                  <a:pt x="26489" y="54280"/>
                </a:cubicBezTo>
                <a:cubicBezTo>
                  <a:pt x="30728" y="52514"/>
                  <a:pt x="35329" y="51271"/>
                  <a:pt x="39235" y="51271"/>
                </a:cubicBezTo>
                <a:cubicBezTo>
                  <a:pt x="43832" y="51271"/>
                  <a:pt x="47464" y="52993"/>
                  <a:pt x="48406" y="57613"/>
                </a:cubicBezTo>
                <a:lnTo>
                  <a:pt x="57997" y="57613"/>
                </a:lnTo>
                <a:cubicBezTo>
                  <a:pt x="52464" y="53276"/>
                  <a:pt x="55412" y="45767"/>
                  <a:pt x="51001" y="41858"/>
                </a:cubicBezTo>
                <a:cubicBezTo>
                  <a:pt x="49295" y="40343"/>
                  <a:pt x="47314" y="39797"/>
                  <a:pt x="45253" y="39797"/>
                </a:cubicBezTo>
                <a:cubicBezTo>
                  <a:pt x="39952" y="39797"/>
                  <a:pt x="34117" y="43403"/>
                  <a:pt x="31068" y="43403"/>
                </a:cubicBezTo>
                <a:cubicBezTo>
                  <a:pt x="30230" y="43403"/>
                  <a:pt x="29602" y="43131"/>
                  <a:pt x="29254" y="42435"/>
                </a:cubicBezTo>
                <a:cubicBezTo>
                  <a:pt x="27151" y="38227"/>
                  <a:pt x="30921" y="35204"/>
                  <a:pt x="26659" y="32620"/>
                </a:cubicBezTo>
                <a:cubicBezTo>
                  <a:pt x="25858" y="32128"/>
                  <a:pt x="24555" y="31957"/>
                  <a:pt x="23071" y="31829"/>
                </a:cubicBezTo>
                <a:cubicBezTo>
                  <a:pt x="20411" y="31583"/>
                  <a:pt x="17741" y="31573"/>
                  <a:pt x="19354" y="27759"/>
                </a:cubicBezTo>
                <a:cubicBezTo>
                  <a:pt x="21191" y="23423"/>
                  <a:pt x="29992" y="20091"/>
                  <a:pt x="25784" y="11204"/>
                </a:cubicBezTo>
                <a:cubicBezTo>
                  <a:pt x="23199" y="5757"/>
                  <a:pt x="15872" y="2051"/>
                  <a:pt x="10584"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593150" y="1295108"/>
            <a:ext cx="1550864" cy="3792135"/>
          </a:xfrm>
          <a:custGeom>
            <a:avLst/>
            <a:gdLst/>
            <a:ahLst/>
            <a:cxnLst/>
            <a:rect l="l" t="t" r="r" b="b"/>
            <a:pathLst>
              <a:path w="21587" h="52784" extrusionOk="0">
                <a:moveTo>
                  <a:pt x="14180" y="0"/>
                </a:moveTo>
                <a:cubicBezTo>
                  <a:pt x="13936" y="0"/>
                  <a:pt x="13684" y="8"/>
                  <a:pt x="13426" y="24"/>
                </a:cubicBezTo>
                <a:cubicBezTo>
                  <a:pt x="13191" y="1124"/>
                  <a:pt x="12924" y="2181"/>
                  <a:pt x="12593" y="3121"/>
                </a:cubicBezTo>
                <a:cubicBezTo>
                  <a:pt x="9325" y="12542"/>
                  <a:pt x="1207" y="11356"/>
                  <a:pt x="588" y="16013"/>
                </a:cubicBezTo>
                <a:cubicBezTo>
                  <a:pt x="0" y="20424"/>
                  <a:pt x="5907" y="19901"/>
                  <a:pt x="6954" y="24397"/>
                </a:cubicBezTo>
                <a:cubicBezTo>
                  <a:pt x="8342" y="30347"/>
                  <a:pt x="961" y="32547"/>
                  <a:pt x="3888" y="43591"/>
                </a:cubicBezTo>
                <a:cubicBezTo>
                  <a:pt x="6046" y="51713"/>
                  <a:pt x="15827" y="52784"/>
                  <a:pt x="20874" y="52784"/>
                </a:cubicBezTo>
                <a:cubicBezTo>
                  <a:pt x="21124" y="52784"/>
                  <a:pt x="21362" y="52781"/>
                  <a:pt x="21586" y="52777"/>
                </a:cubicBezTo>
                <a:lnTo>
                  <a:pt x="21586" y="42106"/>
                </a:lnTo>
                <a:cubicBezTo>
                  <a:pt x="17132" y="40782"/>
                  <a:pt x="13479" y="37353"/>
                  <a:pt x="12508" y="30347"/>
                </a:cubicBezTo>
                <a:cubicBezTo>
                  <a:pt x="11546" y="23436"/>
                  <a:pt x="16246" y="14988"/>
                  <a:pt x="18275" y="8077"/>
                </a:cubicBezTo>
                <a:cubicBezTo>
                  <a:pt x="19140" y="5119"/>
                  <a:pt x="18980" y="1872"/>
                  <a:pt x="17165" y="664"/>
                </a:cubicBezTo>
                <a:cubicBezTo>
                  <a:pt x="16485" y="209"/>
                  <a:pt x="15432" y="0"/>
                  <a:pt x="14180"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99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988" y="3938"/>
            <a:ext cx="2956721" cy="5143431"/>
          </a:xfrm>
          <a:custGeom>
            <a:avLst/>
            <a:gdLst/>
            <a:ahLst/>
            <a:cxnLst/>
            <a:rect l="l" t="t" r="r" b="b"/>
            <a:pathLst>
              <a:path w="51066" h="88833" extrusionOk="0">
                <a:moveTo>
                  <a:pt x="0" y="0"/>
                </a:moveTo>
                <a:lnTo>
                  <a:pt x="0" y="88833"/>
                </a:lnTo>
                <a:lnTo>
                  <a:pt x="49485" y="88833"/>
                </a:lnTo>
                <a:cubicBezTo>
                  <a:pt x="48543" y="84213"/>
                  <a:pt x="44911" y="82491"/>
                  <a:pt x="40314" y="82491"/>
                </a:cubicBezTo>
                <a:cubicBezTo>
                  <a:pt x="36408" y="82491"/>
                  <a:pt x="31807" y="83734"/>
                  <a:pt x="27568" y="85500"/>
                </a:cubicBezTo>
                <a:cubicBezTo>
                  <a:pt x="25765" y="86251"/>
                  <a:pt x="23973" y="86653"/>
                  <a:pt x="22318" y="86653"/>
                </a:cubicBezTo>
                <a:cubicBezTo>
                  <a:pt x="17306" y="86653"/>
                  <a:pt x="13549" y="82965"/>
                  <a:pt x="14537" y="74093"/>
                </a:cubicBezTo>
                <a:cubicBezTo>
                  <a:pt x="15850" y="62302"/>
                  <a:pt x="1720" y="66542"/>
                  <a:pt x="1400" y="58979"/>
                </a:cubicBezTo>
                <a:cubicBezTo>
                  <a:pt x="1079" y="51417"/>
                  <a:pt x="14825" y="52817"/>
                  <a:pt x="15274" y="45863"/>
                </a:cubicBezTo>
                <a:cubicBezTo>
                  <a:pt x="15722" y="38900"/>
                  <a:pt x="7424" y="30494"/>
                  <a:pt x="14537" y="24822"/>
                </a:cubicBezTo>
                <a:cubicBezTo>
                  <a:pt x="17520" y="22447"/>
                  <a:pt x="21645" y="22322"/>
                  <a:pt x="26088" y="22322"/>
                </a:cubicBezTo>
                <a:cubicBezTo>
                  <a:pt x="26612" y="22322"/>
                  <a:pt x="27140" y="22324"/>
                  <a:pt x="27671" y="22324"/>
                </a:cubicBezTo>
                <a:cubicBezTo>
                  <a:pt x="33394" y="22324"/>
                  <a:pt x="39475" y="22122"/>
                  <a:pt x="44230" y="17367"/>
                </a:cubicBezTo>
                <a:cubicBezTo>
                  <a:pt x="49046" y="12550"/>
                  <a:pt x="50724" y="5960"/>
                  <a:pt x="51065"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6550351" y="0"/>
            <a:ext cx="2593658" cy="4320177"/>
          </a:xfrm>
          <a:custGeom>
            <a:avLst/>
            <a:gdLst/>
            <a:ahLst/>
            <a:cxnLst/>
            <a:rect l="l" t="t" r="r" b="b"/>
            <a:pathLst>
              <a:path w="36102" h="60134" extrusionOk="0">
                <a:moveTo>
                  <a:pt x="0" y="0"/>
                </a:moveTo>
                <a:cubicBezTo>
                  <a:pt x="566" y="2233"/>
                  <a:pt x="2585" y="6804"/>
                  <a:pt x="9634" y="7103"/>
                </a:cubicBezTo>
                <a:cubicBezTo>
                  <a:pt x="9780" y="7109"/>
                  <a:pt x="9926" y="7112"/>
                  <a:pt x="10073" y="7112"/>
                </a:cubicBezTo>
                <a:cubicBezTo>
                  <a:pt x="15462" y="7112"/>
                  <a:pt x="22105" y="3128"/>
                  <a:pt x="25894" y="3128"/>
                </a:cubicBezTo>
                <a:cubicBezTo>
                  <a:pt x="27071" y="3128"/>
                  <a:pt x="27972" y="3512"/>
                  <a:pt x="28475" y="4518"/>
                </a:cubicBezTo>
                <a:cubicBezTo>
                  <a:pt x="29565" y="6686"/>
                  <a:pt x="27738" y="12133"/>
                  <a:pt x="20389" y="16085"/>
                </a:cubicBezTo>
                <a:cubicBezTo>
                  <a:pt x="12785" y="20176"/>
                  <a:pt x="7466" y="20561"/>
                  <a:pt x="6996" y="23808"/>
                </a:cubicBezTo>
                <a:cubicBezTo>
                  <a:pt x="6700" y="25856"/>
                  <a:pt x="8069" y="27061"/>
                  <a:pt x="9838" y="27061"/>
                </a:cubicBezTo>
                <a:cubicBezTo>
                  <a:pt x="11002" y="27061"/>
                  <a:pt x="12340" y="26538"/>
                  <a:pt x="13490" y="25389"/>
                </a:cubicBezTo>
                <a:cubicBezTo>
                  <a:pt x="15092" y="23787"/>
                  <a:pt x="17036" y="21938"/>
                  <a:pt x="19482" y="20571"/>
                </a:cubicBezTo>
                <a:cubicBezTo>
                  <a:pt x="22293" y="19013"/>
                  <a:pt x="25960" y="18031"/>
                  <a:pt x="28689" y="18031"/>
                </a:cubicBezTo>
                <a:cubicBezTo>
                  <a:pt x="29942" y="18031"/>
                  <a:pt x="30997" y="18238"/>
                  <a:pt x="31680" y="18691"/>
                </a:cubicBezTo>
                <a:cubicBezTo>
                  <a:pt x="33495" y="19899"/>
                  <a:pt x="33655" y="23146"/>
                  <a:pt x="32790" y="26104"/>
                </a:cubicBezTo>
                <a:cubicBezTo>
                  <a:pt x="30761" y="33015"/>
                  <a:pt x="26061" y="41463"/>
                  <a:pt x="27023" y="48374"/>
                </a:cubicBezTo>
                <a:cubicBezTo>
                  <a:pt x="27994" y="55380"/>
                  <a:pt x="31647" y="58809"/>
                  <a:pt x="36101" y="60133"/>
                </a:cubicBezTo>
                <a:lnTo>
                  <a:pt x="36101" y="0"/>
                </a:ln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99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txBox="1">
            <a:spLocks noGrp="1"/>
          </p:cNvSpPr>
          <p:nvPr>
            <p:ph type="ctrTitle"/>
          </p:nvPr>
        </p:nvSpPr>
        <p:spPr>
          <a:xfrm>
            <a:off x="1232914" y="1646636"/>
            <a:ext cx="6634500" cy="1241400"/>
          </a:xfrm>
          <a:prstGeom prst="rect">
            <a:avLst/>
          </a:prstGeom>
          <a:noFill/>
          <a:ln>
            <a:noFill/>
          </a:ln>
        </p:spPr>
        <p:txBody>
          <a:bodyPr spcFirstLastPara="1" wrap="square" lIns="68575" tIns="34275" rIns="68575" bIns="34275" anchor="b" anchorCtr="0">
            <a:noAutofit/>
          </a:bodyPr>
          <a:lstStyle>
            <a:lvl1pPr lvl="0" algn="ctr" rtl="0">
              <a:lnSpc>
                <a:spcPct val="90000"/>
              </a:lnSpc>
              <a:spcBef>
                <a:spcPts val="0"/>
              </a:spcBef>
              <a:spcAft>
                <a:spcPts val="0"/>
              </a:spcAft>
              <a:buClr>
                <a:srgbClr val="FFFFFF"/>
              </a:buClr>
              <a:buSzPts val="7200"/>
              <a:buNone/>
              <a:defRPr sz="7200" b="0">
                <a:solidFill>
                  <a:srgbClr val="FFFFFF"/>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endParaRPr/>
          </a:p>
        </p:txBody>
      </p:sp>
      <p:sp>
        <p:nvSpPr>
          <p:cNvPr id="23" name="Google Shape;23;p2"/>
          <p:cNvSpPr txBox="1">
            <a:spLocks noGrp="1"/>
          </p:cNvSpPr>
          <p:nvPr>
            <p:ph type="subTitle" idx="1"/>
          </p:nvPr>
        </p:nvSpPr>
        <p:spPr>
          <a:xfrm>
            <a:off x="3084811" y="2812511"/>
            <a:ext cx="2930400" cy="380400"/>
          </a:xfrm>
          <a:prstGeom prst="rect">
            <a:avLst/>
          </a:prstGeom>
          <a:noFill/>
          <a:ln>
            <a:noFill/>
          </a:ln>
        </p:spPr>
        <p:txBody>
          <a:bodyPr spcFirstLastPara="1" wrap="square" lIns="68575" tIns="34275" rIns="68575" bIns="34275" anchor="t" anchorCtr="0">
            <a:noAutofit/>
          </a:bodyPr>
          <a:lstStyle>
            <a:lvl1pPr lvl="0" algn="ctr" rtl="0">
              <a:lnSpc>
                <a:spcPct val="90000"/>
              </a:lnSpc>
              <a:spcBef>
                <a:spcPts val="800"/>
              </a:spcBef>
              <a:spcAft>
                <a:spcPts val="0"/>
              </a:spcAft>
              <a:buClr>
                <a:srgbClr val="FFFFFF"/>
              </a:buClr>
              <a:buSzPts val="1200"/>
              <a:buNone/>
              <a:defRPr sz="1200">
                <a:solidFill>
                  <a:srgbClr val="FFFFFF"/>
                </a:solidFill>
              </a:defRPr>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 + TITLE + SUBTITLE">
  <p:cSld name="1_Diapositiva de título">
    <p:bg>
      <p:bgPr>
        <a:gradFill>
          <a:gsLst>
            <a:gs pos="0">
              <a:schemeClr val="accent1"/>
            </a:gs>
            <a:gs pos="100000">
              <a:schemeClr val="accent2"/>
            </a:gs>
          </a:gsLst>
          <a:path path="circle">
            <a:fillToRect l="50000" t="50000" r="50000" b="50000"/>
          </a:path>
          <a:tileRect/>
        </a:gradFill>
        <a:effectLst/>
      </p:bgPr>
    </p:bg>
    <p:spTree>
      <p:nvGrpSpPr>
        <p:cNvPr id="1" name="Shape 24"/>
        <p:cNvGrpSpPr/>
        <p:nvPr/>
      </p:nvGrpSpPr>
      <p:grpSpPr>
        <a:xfrm>
          <a:off x="0" y="0"/>
          <a:ext cx="0" cy="0"/>
          <a:chOff x="0" y="0"/>
          <a:chExt cx="0" cy="0"/>
        </a:xfrm>
      </p:grpSpPr>
      <p:sp>
        <p:nvSpPr>
          <p:cNvPr id="25" name="Google Shape;25;p3"/>
          <p:cNvSpPr/>
          <p:nvPr/>
        </p:nvSpPr>
        <p:spPr>
          <a:xfrm flipH="1">
            <a:off x="645900" y="1217100"/>
            <a:ext cx="7260900" cy="2717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txBox="1">
            <a:spLocks noGrp="1"/>
          </p:cNvSpPr>
          <p:nvPr>
            <p:ph type="ctrTitle"/>
          </p:nvPr>
        </p:nvSpPr>
        <p:spPr>
          <a:xfrm>
            <a:off x="1232914" y="1646636"/>
            <a:ext cx="6634500" cy="1241400"/>
          </a:xfrm>
          <a:prstGeom prst="rect">
            <a:avLst/>
          </a:prstGeom>
          <a:noFill/>
          <a:ln>
            <a:noFill/>
          </a:ln>
        </p:spPr>
        <p:txBody>
          <a:bodyPr spcFirstLastPara="1" wrap="square" lIns="68575" tIns="34275" rIns="68575" bIns="34275" anchor="b" anchorCtr="0">
            <a:noAutofit/>
          </a:bodyPr>
          <a:lstStyle>
            <a:lvl1pPr lvl="0" algn="ctr" rtl="0">
              <a:lnSpc>
                <a:spcPct val="90000"/>
              </a:lnSpc>
              <a:spcBef>
                <a:spcPts val="0"/>
              </a:spcBef>
              <a:spcAft>
                <a:spcPts val="0"/>
              </a:spcAft>
              <a:buClr>
                <a:srgbClr val="FFFFFF"/>
              </a:buClr>
              <a:buSzPts val="7200"/>
              <a:buNone/>
              <a:defRPr sz="7200" b="0">
                <a:solidFill>
                  <a:srgbClr val="FFFFFF"/>
                </a:solidFill>
              </a:defRPr>
            </a:lvl1pPr>
            <a:lvl2pPr lvl="1" algn="ctr" rtl="0">
              <a:spcBef>
                <a:spcPts val="0"/>
              </a:spcBef>
              <a:spcAft>
                <a:spcPts val="0"/>
              </a:spcAft>
              <a:buSzPts val="7200"/>
              <a:buNone/>
              <a:defRPr sz="7200"/>
            </a:lvl2pPr>
            <a:lvl3pPr lvl="2" algn="ctr" rtl="0">
              <a:spcBef>
                <a:spcPts val="0"/>
              </a:spcBef>
              <a:spcAft>
                <a:spcPts val="0"/>
              </a:spcAft>
              <a:buSzPts val="7200"/>
              <a:buNone/>
              <a:defRPr sz="7200"/>
            </a:lvl3pPr>
            <a:lvl4pPr lvl="3" algn="ctr" rtl="0">
              <a:spcBef>
                <a:spcPts val="0"/>
              </a:spcBef>
              <a:spcAft>
                <a:spcPts val="0"/>
              </a:spcAft>
              <a:buSzPts val="7200"/>
              <a:buNone/>
              <a:defRPr sz="7200"/>
            </a:lvl4pPr>
            <a:lvl5pPr lvl="4" algn="ctr" rtl="0">
              <a:spcBef>
                <a:spcPts val="0"/>
              </a:spcBef>
              <a:spcAft>
                <a:spcPts val="0"/>
              </a:spcAft>
              <a:buSzPts val="7200"/>
              <a:buNone/>
              <a:defRPr sz="7200"/>
            </a:lvl5pPr>
            <a:lvl6pPr lvl="5" algn="ctr" rtl="0">
              <a:spcBef>
                <a:spcPts val="0"/>
              </a:spcBef>
              <a:spcAft>
                <a:spcPts val="0"/>
              </a:spcAft>
              <a:buSzPts val="7200"/>
              <a:buNone/>
              <a:defRPr sz="7200"/>
            </a:lvl6pPr>
            <a:lvl7pPr lvl="6" algn="ctr" rtl="0">
              <a:spcBef>
                <a:spcPts val="0"/>
              </a:spcBef>
              <a:spcAft>
                <a:spcPts val="0"/>
              </a:spcAft>
              <a:buSzPts val="7200"/>
              <a:buNone/>
              <a:defRPr sz="7200"/>
            </a:lvl7pPr>
            <a:lvl8pPr lvl="7" algn="ctr" rtl="0">
              <a:spcBef>
                <a:spcPts val="0"/>
              </a:spcBef>
              <a:spcAft>
                <a:spcPts val="0"/>
              </a:spcAft>
              <a:buSzPts val="7200"/>
              <a:buNone/>
              <a:defRPr sz="7200"/>
            </a:lvl8pPr>
            <a:lvl9pPr lvl="8" algn="ctr" rtl="0">
              <a:spcBef>
                <a:spcPts val="0"/>
              </a:spcBef>
              <a:spcAft>
                <a:spcPts val="0"/>
              </a:spcAft>
              <a:buSzPts val="7200"/>
              <a:buNone/>
              <a:defRPr sz="7200"/>
            </a:lvl9pPr>
          </a:lstStyle>
          <a:p>
            <a:endParaRPr/>
          </a:p>
        </p:txBody>
      </p:sp>
      <p:sp>
        <p:nvSpPr>
          <p:cNvPr id="27" name="Google Shape;27;p3"/>
          <p:cNvSpPr txBox="1">
            <a:spLocks noGrp="1"/>
          </p:cNvSpPr>
          <p:nvPr>
            <p:ph type="subTitle" idx="1"/>
          </p:nvPr>
        </p:nvSpPr>
        <p:spPr>
          <a:xfrm>
            <a:off x="3084811" y="2812511"/>
            <a:ext cx="2930400" cy="380400"/>
          </a:xfrm>
          <a:prstGeom prst="rect">
            <a:avLst/>
          </a:prstGeom>
          <a:noFill/>
          <a:ln>
            <a:noFill/>
          </a:ln>
        </p:spPr>
        <p:txBody>
          <a:bodyPr spcFirstLastPara="1" wrap="square" lIns="68575" tIns="34275" rIns="68575" bIns="34275" anchor="t" anchorCtr="0">
            <a:noAutofit/>
          </a:bodyPr>
          <a:lstStyle>
            <a:lvl1pPr lvl="0" algn="ctr" rtl="0">
              <a:lnSpc>
                <a:spcPct val="90000"/>
              </a:lnSpc>
              <a:spcBef>
                <a:spcPts val="800"/>
              </a:spcBef>
              <a:spcAft>
                <a:spcPts val="0"/>
              </a:spcAft>
              <a:buClr>
                <a:srgbClr val="FFFFFF"/>
              </a:buClr>
              <a:buSzPts val="1200"/>
              <a:buNone/>
              <a:defRPr sz="1200">
                <a:solidFill>
                  <a:srgbClr val="FFFFFF"/>
                </a:solidFill>
              </a:defRPr>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28" name="Google Shape;28;p3"/>
          <p:cNvSpPr/>
          <p:nvPr/>
        </p:nvSpPr>
        <p:spPr>
          <a:xfrm flipH="1">
            <a:off x="6179302" y="1299294"/>
            <a:ext cx="2964712" cy="3316107"/>
          </a:xfrm>
          <a:custGeom>
            <a:avLst/>
            <a:gdLst/>
            <a:ahLst/>
            <a:cxnLst/>
            <a:rect l="l" t="t" r="r" b="b"/>
            <a:pathLst>
              <a:path w="51204" h="57273" extrusionOk="0">
                <a:moveTo>
                  <a:pt x="8598" y="1"/>
                </a:moveTo>
                <a:lnTo>
                  <a:pt x="0" y="21597"/>
                </a:lnTo>
                <a:lnTo>
                  <a:pt x="11012" y="45939"/>
                </a:lnTo>
                <a:cubicBezTo>
                  <a:pt x="11012" y="45939"/>
                  <a:pt x="26937" y="57273"/>
                  <a:pt x="34889" y="57273"/>
                </a:cubicBezTo>
                <a:cubicBezTo>
                  <a:pt x="35092" y="57273"/>
                  <a:pt x="35289" y="57265"/>
                  <a:pt x="35482" y="57250"/>
                </a:cubicBezTo>
                <a:cubicBezTo>
                  <a:pt x="43193" y="56631"/>
                  <a:pt x="51204" y="42938"/>
                  <a:pt x="45960" y="35023"/>
                </a:cubicBezTo>
                <a:cubicBezTo>
                  <a:pt x="44317" y="32544"/>
                  <a:pt x="41903" y="31781"/>
                  <a:pt x="39361" y="31781"/>
                </a:cubicBezTo>
                <a:cubicBezTo>
                  <a:pt x="35279" y="31781"/>
                  <a:pt x="30867" y="33751"/>
                  <a:pt x="28798" y="33751"/>
                </a:cubicBezTo>
                <a:cubicBezTo>
                  <a:pt x="28042" y="33751"/>
                  <a:pt x="27599" y="33488"/>
                  <a:pt x="27599" y="32770"/>
                </a:cubicBezTo>
                <a:cubicBezTo>
                  <a:pt x="27599" y="28871"/>
                  <a:pt x="38515" y="24994"/>
                  <a:pt x="36753" y="15007"/>
                </a:cubicBezTo>
                <a:cubicBezTo>
                  <a:pt x="34446" y="1976"/>
                  <a:pt x="8598" y="1"/>
                  <a:pt x="8598" y="1"/>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flipH="1">
            <a:off x="5723512" y="1807662"/>
            <a:ext cx="3358026" cy="3335793"/>
          </a:xfrm>
          <a:custGeom>
            <a:avLst/>
            <a:gdLst/>
            <a:ahLst/>
            <a:cxnLst/>
            <a:rect l="l" t="t" r="r" b="b"/>
            <a:pathLst>
              <a:path w="57997" h="57613" extrusionOk="0">
                <a:moveTo>
                  <a:pt x="10584" y="0"/>
                </a:moveTo>
                <a:cubicBezTo>
                  <a:pt x="10895" y="4689"/>
                  <a:pt x="14494" y="9998"/>
                  <a:pt x="14195" y="14643"/>
                </a:cubicBezTo>
                <a:cubicBezTo>
                  <a:pt x="13746" y="21597"/>
                  <a:pt x="0" y="20197"/>
                  <a:pt x="321" y="27759"/>
                </a:cubicBezTo>
                <a:cubicBezTo>
                  <a:pt x="641" y="35322"/>
                  <a:pt x="14771" y="31082"/>
                  <a:pt x="13458" y="42873"/>
                </a:cubicBezTo>
                <a:cubicBezTo>
                  <a:pt x="12470" y="51745"/>
                  <a:pt x="16227" y="55433"/>
                  <a:pt x="21239" y="55433"/>
                </a:cubicBezTo>
                <a:cubicBezTo>
                  <a:pt x="22894" y="55433"/>
                  <a:pt x="24686" y="55031"/>
                  <a:pt x="26489" y="54280"/>
                </a:cubicBezTo>
                <a:cubicBezTo>
                  <a:pt x="30728" y="52514"/>
                  <a:pt x="35329" y="51271"/>
                  <a:pt x="39235" y="51271"/>
                </a:cubicBezTo>
                <a:cubicBezTo>
                  <a:pt x="43832" y="51271"/>
                  <a:pt x="47464" y="52993"/>
                  <a:pt x="48406" y="57613"/>
                </a:cubicBezTo>
                <a:lnTo>
                  <a:pt x="57997" y="57613"/>
                </a:lnTo>
                <a:cubicBezTo>
                  <a:pt x="52464" y="53276"/>
                  <a:pt x="55412" y="45767"/>
                  <a:pt x="51001" y="41858"/>
                </a:cubicBezTo>
                <a:cubicBezTo>
                  <a:pt x="49295" y="40343"/>
                  <a:pt x="47314" y="39797"/>
                  <a:pt x="45253" y="39797"/>
                </a:cubicBezTo>
                <a:cubicBezTo>
                  <a:pt x="39952" y="39797"/>
                  <a:pt x="34117" y="43403"/>
                  <a:pt x="31068" y="43403"/>
                </a:cubicBezTo>
                <a:cubicBezTo>
                  <a:pt x="30230" y="43403"/>
                  <a:pt x="29602" y="43131"/>
                  <a:pt x="29254" y="42435"/>
                </a:cubicBezTo>
                <a:cubicBezTo>
                  <a:pt x="27151" y="38227"/>
                  <a:pt x="30921" y="35204"/>
                  <a:pt x="26659" y="32620"/>
                </a:cubicBezTo>
                <a:cubicBezTo>
                  <a:pt x="25858" y="32128"/>
                  <a:pt x="24555" y="31957"/>
                  <a:pt x="23071" y="31829"/>
                </a:cubicBezTo>
                <a:cubicBezTo>
                  <a:pt x="20411" y="31583"/>
                  <a:pt x="17741" y="31573"/>
                  <a:pt x="19354" y="27759"/>
                </a:cubicBezTo>
                <a:cubicBezTo>
                  <a:pt x="21191" y="23423"/>
                  <a:pt x="29992" y="20091"/>
                  <a:pt x="25784" y="11204"/>
                </a:cubicBezTo>
                <a:cubicBezTo>
                  <a:pt x="23199" y="5757"/>
                  <a:pt x="15872" y="2051"/>
                  <a:pt x="10584"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0" y="1295108"/>
            <a:ext cx="1550864" cy="3792135"/>
          </a:xfrm>
          <a:custGeom>
            <a:avLst/>
            <a:gdLst/>
            <a:ahLst/>
            <a:cxnLst/>
            <a:rect l="l" t="t" r="r" b="b"/>
            <a:pathLst>
              <a:path w="21587" h="52784" extrusionOk="0">
                <a:moveTo>
                  <a:pt x="14180" y="0"/>
                </a:moveTo>
                <a:cubicBezTo>
                  <a:pt x="13936" y="0"/>
                  <a:pt x="13684" y="8"/>
                  <a:pt x="13426" y="24"/>
                </a:cubicBezTo>
                <a:cubicBezTo>
                  <a:pt x="13191" y="1124"/>
                  <a:pt x="12924" y="2181"/>
                  <a:pt x="12593" y="3121"/>
                </a:cubicBezTo>
                <a:cubicBezTo>
                  <a:pt x="9325" y="12542"/>
                  <a:pt x="1207" y="11356"/>
                  <a:pt x="588" y="16013"/>
                </a:cubicBezTo>
                <a:cubicBezTo>
                  <a:pt x="0" y="20424"/>
                  <a:pt x="5907" y="19901"/>
                  <a:pt x="6954" y="24397"/>
                </a:cubicBezTo>
                <a:cubicBezTo>
                  <a:pt x="8342" y="30347"/>
                  <a:pt x="961" y="32547"/>
                  <a:pt x="3888" y="43591"/>
                </a:cubicBezTo>
                <a:cubicBezTo>
                  <a:pt x="6046" y="51713"/>
                  <a:pt x="15827" y="52784"/>
                  <a:pt x="20874" y="52784"/>
                </a:cubicBezTo>
                <a:cubicBezTo>
                  <a:pt x="21124" y="52784"/>
                  <a:pt x="21362" y="52781"/>
                  <a:pt x="21586" y="52777"/>
                </a:cubicBezTo>
                <a:lnTo>
                  <a:pt x="21586" y="42106"/>
                </a:lnTo>
                <a:cubicBezTo>
                  <a:pt x="17132" y="40782"/>
                  <a:pt x="13479" y="37353"/>
                  <a:pt x="12508" y="30347"/>
                </a:cubicBezTo>
                <a:cubicBezTo>
                  <a:pt x="11546" y="23436"/>
                  <a:pt x="16246" y="14988"/>
                  <a:pt x="18275" y="8077"/>
                </a:cubicBezTo>
                <a:cubicBezTo>
                  <a:pt x="19140" y="5119"/>
                  <a:pt x="18980" y="1872"/>
                  <a:pt x="17165" y="664"/>
                </a:cubicBezTo>
                <a:cubicBezTo>
                  <a:pt x="16485" y="209"/>
                  <a:pt x="15432" y="0"/>
                  <a:pt x="14180"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99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6187292" y="0"/>
            <a:ext cx="2956721" cy="5143431"/>
          </a:xfrm>
          <a:custGeom>
            <a:avLst/>
            <a:gdLst/>
            <a:ahLst/>
            <a:cxnLst/>
            <a:rect l="l" t="t" r="r" b="b"/>
            <a:pathLst>
              <a:path w="51066" h="88833" extrusionOk="0">
                <a:moveTo>
                  <a:pt x="0" y="0"/>
                </a:moveTo>
                <a:lnTo>
                  <a:pt x="0" y="88833"/>
                </a:lnTo>
                <a:lnTo>
                  <a:pt x="49485" y="88833"/>
                </a:lnTo>
                <a:cubicBezTo>
                  <a:pt x="48543" y="84213"/>
                  <a:pt x="44911" y="82491"/>
                  <a:pt x="40314" y="82491"/>
                </a:cubicBezTo>
                <a:cubicBezTo>
                  <a:pt x="36408" y="82491"/>
                  <a:pt x="31807" y="83734"/>
                  <a:pt x="27568" y="85500"/>
                </a:cubicBezTo>
                <a:cubicBezTo>
                  <a:pt x="25765" y="86251"/>
                  <a:pt x="23973" y="86653"/>
                  <a:pt x="22318" y="86653"/>
                </a:cubicBezTo>
                <a:cubicBezTo>
                  <a:pt x="17306" y="86653"/>
                  <a:pt x="13549" y="82965"/>
                  <a:pt x="14537" y="74093"/>
                </a:cubicBezTo>
                <a:cubicBezTo>
                  <a:pt x="15850" y="62302"/>
                  <a:pt x="1720" y="66542"/>
                  <a:pt x="1400" y="58979"/>
                </a:cubicBezTo>
                <a:cubicBezTo>
                  <a:pt x="1079" y="51417"/>
                  <a:pt x="14825" y="52817"/>
                  <a:pt x="15274" y="45863"/>
                </a:cubicBezTo>
                <a:cubicBezTo>
                  <a:pt x="15722" y="38900"/>
                  <a:pt x="7424" y="30494"/>
                  <a:pt x="14537" y="24822"/>
                </a:cubicBezTo>
                <a:cubicBezTo>
                  <a:pt x="17520" y="22447"/>
                  <a:pt x="21645" y="22322"/>
                  <a:pt x="26088" y="22322"/>
                </a:cubicBezTo>
                <a:cubicBezTo>
                  <a:pt x="26612" y="22322"/>
                  <a:pt x="27140" y="22324"/>
                  <a:pt x="27671" y="22324"/>
                </a:cubicBezTo>
                <a:cubicBezTo>
                  <a:pt x="33394" y="22324"/>
                  <a:pt x="39475" y="22122"/>
                  <a:pt x="44230" y="17367"/>
                </a:cubicBezTo>
                <a:cubicBezTo>
                  <a:pt x="49046" y="12550"/>
                  <a:pt x="50724" y="5960"/>
                  <a:pt x="51065" y="0"/>
                </a:cubicBez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flipH="1">
            <a:off x="5" y="0"/>
            <a:ext cx="2593658" cy="4320177"/>
          </a:xfrm>
          <a:custGeom>
            <a:avLst/>
            <a:gdLst/>
            <a:ahLst/>
            <a:cxnLst/>
            <a:rect l="l" t="t" r="r" b="b"/>
            <a:pathLst>
              <a:path w="36102" h="60134" extrusionOk="0">
                <a:moveTo>
                  <a:pt x="0" y="0"/>
                </a:moveTo>
                <a:cubicBezTo>
                  <a:pt x="566" y="2233"/>
                  <a:pt x="2585" y="6804"/>
                  <a:pt x="9634" y="7103"/>
                </a:cubicBezTo>
                <a:cubicBezTo>
                  <a:pt x="9780" y="7109"/>
                  <a:pt x="9926" y="7112"/>
                  <a:pt x="10073" y="7112"/>
                </a:cubicBezTo>
                <a:cubicBezTo>
                  <a:pt x="15462" y="7112"/>
                  <a:pt x="22105" y="3128"/>
                  <a:pt x="25894" y="3128"/>
                </a:cubicBezTo>
                <a:cubicBezTo>
                  <a:pt x="27071" y="3128"/>
                  <a:pt x="27972" y="3512"/>
                  <a:pt x="28475" y="4518"/>
                </a:cubicBezTo>
                <a:cubicBezTo>
                  <a:pt x="29565" y="6686"/>
                  <a:pt x="27738" y="12133"/>
                  <a:pt x="20389" y="16085"/>
                </a:cubicBezTo>
                <a:cubicBezTo>
                  <a:pt x="12785" y="20176"/>
                  <a:pt x="7466" y="20561"/>
                  <a:pt x="6996" y="23808"/>
                </a:cubicBezTo>
                <a:cubicBezTo>
                  <a:pt x="6700" y="25856"/>
                  <a:pt x="8069" y="27061"/>
                  <a:pt x="9838" y="27061"/>
                </a:cubicBezTo>
                <a:cubicBezTo>
                  <a:pt x="11002" y="27061"/>
                  <a:pt x="12340" y="26538"/>
                  <a:pt x="13490" y="25389"/>
                </a:cubicBezTo>
                <a:cubicBezTo>
                  <a:pt x="15092" y="23787"/>
                  <a:pt x="17036" y="21938"/>
                  <a:pt x="19482" y="20571"/>
                </a:cubicBezTo>
                <a:cubicBezTo>
                  <a:pt x="22293" y="19013"/>
                  <a:pt x="25960" y="18031"/>
                  <a:pt x="28689" y="18031"/>
                </a:cubicBezTo>
                <a:cubicBezTo>
                  <a:pt x="29942" y="18031"/>
                  <a:pt x="30997" y="18238"/>
                  <a:pt x="31680" y="18691"/>
                </a:cubicBezTo>
                <a:cubicBezTo>
                  <a:pt x="33495" y="19899"/>
                  <a:pt x="33655" y="23146"/>
                  <a:pt x="32790" y="26104"/>
                </a:cubicBezTo>
                <a:cubicBezTo>
                  <a:pt x="30761" y="33015"/>
                  <a:pt x="26061" y="41463"/>
                  <a:pt x="27023" y="48374"/>
                </a:cubicBezTo>
                <a:cubicBezTo>
                  <a:pt x="27994" y="55380"/>
                  <a:pt x="31647" y="58809"/>
                  <a:pt x="36101" y="60133"/>
                </a:cubicBezTo>
                <a:lnTo>
                  <a:pt x="36101" y="0"/>
                </a:ln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99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ítulo y objetos">
    <p:bg>
      <p:bgPr>
        <a:gradFill>
          <a:gsLst>
            <a:gs pos="0">
              <a:schemeClr val="accent1"/>
            </a:gs>
            <a:gs pos="100000">
              <a:schemeClr val="accent2"/>
            </a:gs>
          </a:gsLst>
          <a:path path="circle">
            <a:fillToRect l="50000" t="50000" r="50000" b="50000"/>
          </a:path>
          <a:tileRect/>
        </a:gradFill>
        <a:effectLst/>
      </p:bgPr>
    </p:bg>
    <p:spTree>
      <p:nvGrpSpPr>
        <p:cNvPr id="1" name="Shape 33"/>
        <p:cNvGrpSpPr/>
        <p:nvPr/>
      </p:nvGrpSpPr>
      <p:grpSpPr>
        <a:xfrm>
          <a:off x="0" y="0"/>
          <a:ext cx="0" cy="0"/>
          <a:chOff x="0" y="0"/>
          <a:chExt cx="0" cy="0"/>
        </a:xfrm>
      </p:grpSpPr>
      <p:cxnSp>
        <p:nvCxnSpPr>
          <p:cNvPr id="34" name="Google Shape;34;p4"/>
          <p:cNvCxnSpPr/>
          <p:nvPr/>
        </p:nvCxnSpPr>
        <p:spPr>
          <a:xfrm>
            <a:off x="1704305" y="33062"/>
            <a:ext cx="0" cy="4080000"/>
          </a:xfrm>
          <a:prstGeom prst="straightConnector1">
            <a:avLst/>
          </a:prstGeom>
          <a:noFill/>
          <a:ln w="28575" cap="flat" cmpd="sng">
            <a:solidFill>
              <a:srgbClr val="FFFFFF"/>
            </a:solidFill>
            <a:prstDash val="solid"/>
            <a:round/>
            <a:headEnd type="none" w="med" len="med"/>
            <a:tailEnd type="none" w="med" len="med"/>
          </a:ln>
        </p:spPr>
      </p:cxnSp>
      <p:sp>
        <p:nvSpPr>
          <p:cNvPr id="35" name="Google Shape;35;p4"/>
          <p:cNvSpPr txBox="1">
            <a:spLocks noGrp="1"/>
          </p:cNvSpPr>
          <p:nvPr>
            <p:ph type="subTitle" idx="1"/>
          </p:nvPr>
        </p:nvSpPr>
        <p:spPr>
          <a:xfrm flipH="1">
            <a:off x="2406290" y="1389099"/>
            <a:ext cx="6451500" cy="561600"/>
          </a:xfrm>
          <a:prstGeom prst="rect">
            <a:avLst/>
          </a:prstGeom>
        </p:spPr>
        <p:txBody>
          <a:bodyPr spcFirstLastPara="1" wrap="square" lIns="68575" tIns="34275" rIns="68575" bIns="34275" anchor="b" anchorCtr="0">
            <a:noAutofit/>
          </a:bodyPr>
          <a:lstStyle>
            <a:lvl1pPr lvl="0" rtl="0">
              <a:lnSpc>
                <a:spcPct val="100000"/>
              </a:lnSpc>
              <a:spcBef>
                <a:spcPts val="8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1pPr>
            <a:lvl2pPr lvl="1"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2pPr>
            <a:lvl3pPr lvl="2"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3pPr>
            <a:lvl4pPr lvl="3"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4pPr>
            <a:lvl5pPr lvl="4"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5pPr>
            <a:lvl6pPr lvl="5"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6pPr>
            <a:lvl7pPr lvl="6"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7pPr>
            <a:lvl8pPr lvl="7"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8pPr>
            <a:lvl9pPr lvl="8"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9pPr>
          </a:lstStyle>
          <a:p>
            <a:endParaRPr/>
          </a:p>
        </p:txBody>
      </p:sp>
      <p:sp>
        <p:nvSpPr>
          <p:cNvPr id="36" name="Google Shape;36;p4"/>
          <p:cNvSpPr txBox="1">
            <a:spLocks noGrp="1"/>
          </p:cNvSpPr>
          <p:nvPr>
            <p:ph type="subTitle" idx="2"/>
          </p:nvPr>
        </p:nvSpPr>
        <p:spPr>
          <a:xfrm flipH="1">
            <a:off x="2406290" y="2108561"/>
            <a:ext cx="6451500" cy="561600"/>
          </a:xfrm>
          <a:prstGeom prst="rect">
            <a:avLst/>
          </a:prstGeom>
        </p:spPr>
        <p:txBody>
          <a:bodyPr spcFirstLastPara="1" wrap="square" lIns="68575" tIns="34275" rIns="68575" bIns="34275" anchor="b" anchorCtr="0">
            <a:noAutofit/>
          </a:bodyPr>
          <a:lstStyle>
            <a:lvl1pPr lvl="0" rtl="0">
              <a:lnSpc>
                <a:spcPct val="100000"/>
              </a:lnSpc>
              <a:spcBef>
                <a:spcPts val="8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1pPr>
            <a:lvl2pPr lvl="1"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2pPr>
            <a:lvl3pPr lvl="2"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3pPr>
            <a:lvl4pPr lvl="3"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4pPr>
            <a:lvl5pPr lvl="4"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5pPr>
            <a:lvl6pPr lvl="5"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6pPr>
            <a:lvl7pPr lvl="6"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7pPr>
            <a:lvl8pPr lvl="7"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8pPr>
            <a:lvl9pPr lvl="8"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9pPr>
          </a:lstStyle>
          <a:p>
            <a:endParaRPr/>
          </a:p>
        </p:txBody>
      </p:sp>
      <p:sp>
        <p:nvSpPr>
          <p:cNvPr id="37" name="Google Shape;37;p4"/>
          <p:cNvSpPr txBox="1">
            <a:spLocks noGrp="1"/>
          </p:cNvSpPr>
          <p:nvPr>
            <p:ph type="subTitle" idx="3"/>
          </p:nvPr>
        </p:nvSpPr>
        <p:spPr>
          <a:xfrm flipH="1">
            <a:off x="2406290" y="2810183"/>
            <a:ext cx="6451500" cy="561600"/>
          </a:xfrm>
          <a:prstGeom prst="rect">
            <a:avLst/>
          </a:prstGeom>
        </p:spPr>
        <p:txBody>
          <a:bodyPr spcFirstLastPara="1" wrap="square" lIns="68575" tIns="34275" rIns="68575" bIns="34275" anchor="b" anchorCtr="0">
            <a:noAutofit/>
          </a:bodyPr>
          <a:lstStyle>
            <a:lvl1pPr lvl="0" rtl="0">
              <a:lnSpc>
                <a:spcPct val="100000"/>
              </a:lnSpc>
              <a:spcBef>
                <a:spcPts val="8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1pPr>
            <a:lvl2pPr lvl="1"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2pPr>
            <a:lvl3pPr lvl="2"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3pPr>
            <a:lvl4pPr lvl="3"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4pPr>
            <a:lvl5pPr lvl="4"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5pPr>
            <a:lvl6pPr lvl="5"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6pPr>
            <a:lvl7pPr lvl="6"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7pPr>
            <a:lvl8pPr lvl="7"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8pPr>
            <a:lvl9pPr lvl="8"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9pPr>
          </a:lstStyle>
          <a:p>
            <a:endParaRPr/>
          </a:p>
        </p:txBody>
      </p:sp>
      <p:sp>
        <p:nvSpPr>
          <p:cNvPr id="38" name="Google Shape;38;p4"/>
          <p:cNvSpPr txBox="1">
            <a:spLocks noGrp="1"/>
          </p:cNvSpPr>
          <p:nvPr>
            <p:ph type="subTitle" idx="4"/>
          </p:nvPr>
        </p:nvSpPr>
        <p:spPr>
          <a:xfrm>
            <a:off x="2404800" y="1880524"/>
            <a:ext cx="4434600" cy="281700"/>
          </a:xfrm>
          <a:prstGeom prst="rect">
            <a:avLst/>
          </a:prstGeom>
        </p:spPr>
        <p:txBody>
          <a:bodyPr spcFirstLastPara="1" wrap="square" lIns="68575" tIns="34275" rIns="68575" bIns="34275" anchor="t" anchorCtr="0">
            <a:noAutofit/>
          </a:bodyPr>
          <a:lstStyle>
            <a:lvl1pPr lvl="0" rtl="0">
              <a:lnSpc>
                <a:spcPct val="100000"/>
              </a:lnSpc>
              <a:spcBef>
                <a:spcPts val="800"/>
              </a:spcBef>
              <a:spcAft>
                <a:spcPts val="0"/>
              </a:spcAft>
              <a:buClr>
                <a:srgbClr val="FFFFFF"/>
              </a:buClr>
              <a:buSzPts val="1100"/>
              <a:buNone/>
              <a:defRPr sz="1100">
                <a:solidFill>
                  <a:srgbClr val="FFFFFF"/>
                </a:solidFill>
              </a:defRPr>
            </a:lvl1pPr>
            <a:lvl2pPr lvl="1" rtl="0">
              <a:lnSpc>
                <a:spcPct val="100000"/>
              </a:lnSpc>
              <a:spcBef>
                <a:spcPts val="400"/>
              </a:spcBef>
              <a:spcAft>
                <a:spcPts val="0"/>
              </a:spcAft>
              <a:buClr>
                <a:srgbClr val="FFFFFF"/>
              </a:buClr>
              <a:buSzPts val="1100"/>
              <a:buNone/>
              <a:defRPr sz="1100">
                <a:solidFill>
                  <a:srgbClr val="FFFFFF"/>
                </a:solidFill>
              </a:defRPr>
            </a:lvl2pPr>
            <a:lvl3pPr lvl="2" rtl="0">
              <a:lnSpc>
                <a:spcPct val="100000"/>
              </a:lnSpc>
              <a:spcBef>
                <a:spcPts val="400"/>
              </a:spcBef>
              <a:spcAft>
                <a:spcPts val="0"/>
              </a:spcAft>
              <a:buClr>
                <a:srgbClr val="FFFFFF"/>
              </a:buClr>
              <a:buSzPts val="1100"/>
              <a:buNone/>
              <a:defRPr sz="1100">
                <a:solidFill>
                  <a:srgbClr val="FFFFFF"/>
                </a:solidFill>
              </a:defRPr>
            </a:lvl3pPr>
            <a:lvl4pPr lvl="3" rtl="0">
              <a:lnSpc>
                <a:spcPct val="100000"/>
              </a:lnSpc>
              <a:spcBef>
                <a:spcPts val="400"/>
              </a:spcBef>
              <a:spcAft>
                <a:spcPts val="0"/>
              </a:spcAft>
              <a:buClr>
                <a:srgbClr val="FFFFFF"/>
              </a:buClr>
              <a:buSzPts val="1100"/>
              <a:buNone/>
              <a:defRPr sz="1100">
                <a:solidFill>
                  <a:srgbClr val="FFFFFF"/>
                </a:solidFill>
              </a:defRPr>
            </a:lvl4pPr>
            <a:lvl5pPr lvl="4" rtl="0">
              <a:lnSpc>
                <a:spcPct val="100000"/>
              </a:lnSpc>
              <a:spcBef>
                <a:spcPts val="400"/>
              </a:spcBef>
              <a:spcAft>
                <a:spcPts val="0"/>
              </a:spcAft>
              <a:buClr>
                <a:srgbClr val="FFFFFF"/>
              </a:buClr>
              <a:buSzPts val="1100"/>
              <a:buNone/>
              <a:defRPr sz="1100">
                <a:solidFill>
                  <a:srgbClr val="FFFFFF"/>
                </a:solidFill>
              </a:defRPr>
            </a:lvl5pPr>
            <a:lvl6pPr lvl="5" rtl="0">
              <a:lnSpc>
                <a:spcPct val="100000"/>
              </a:lnSpc>
              <a:spcBef>
                <a:spcPts val="400"/>
              </a:spcBef>
              <a:spcAft>
                <a:spcPts val="0"/>
              </a:spcAft>
              <a:buClr>
                <a:srgbClr val="FFFFFF"/>
              </a:buClr>
              <a:buSzPts val="1100"/>
              <a:buNone/>
              <a:defRPr sz="1100">
                <a:solidFill>
                  <a:srgbClr val="FFFFFF"/>
                </a:solidFill>
              </a:defRPr>
            </a:lvl6pPr>
            <a:lvl7pPr lvl="6" rtl="0">
              <a:lnSpc>
                <a:spcPct val="100000"/>
              </a:lnSpc>
              <a:spcBef>
                <a:spcPts val="400"/>
              </a:spcBef>
              <a:spcAft>
                <a:spcPts val="0"/>
              </a:spcAft>
              <a:buClr>
                <a:srgbClr val="FFFFFF"/>
              </a:buClr>
              <a:buSzPts val="1100"/>
              <a:buNone/>
              <a:defRPr sz="1100">
                <a:solidFill>
                  <a:srgbClr val="FFFFFF"/>
                </a:solidFill>
              </a:defRPr>
            </a:lvl7pPr>
            <a:lvl8pPr lvl="7" rtl="0">
              <a:lnSpc>
                <a:spcPct val="100000"/>
              </a:lnSpc>
              <a:spcBef>
                <a:spcPts val="400"/>
              </a:spcBef>
              <a:spcAft>
                <a:spcPts val="0"/>
              </a:spcAft>
              <a:buClr>
                <a:srgbClr val="FFFFFF"/>
              </a:buClr>
              <a:buSzPts val="1100"/>
              <a:buNone/>
              <a:defRPr sz="1100">
                <a:solidFill>
                  <a:srgbClr val="FFFFFF"/>
                </a:solidFill>
              </a:defRPr>
            </a:lvl8pPr>
            <a:lvl9pPr lvl="8" rtl="0">
              <a:lnSpc>
                <a:spcPct val="100000"/>
              </a:lnSpc>
              <a:spcBef>
                <a:spcPts val="400"/>
              </a:spcBef>
              <a:spcAft>
                <a:spcPts val="0"/>
              </a:spcAft>
              <a:buClr>
                <a:srgbClr val="FFFFFF"/>
              </a:buClr>
              <a:buSzPts val="1100"/>
              <a:buNone/>
              <a:defRPr sz="1100">
                <a:solidFill>
                  <a:srgbClr val="FFFFFF"/>
                </a:solidFill>
              </a:defRPr>
            </a:lvl9pPr>
          </a:lstStyle>
          <a:p>
            <a:endParaRPr/>
          </a:p>
        </p:txBody>
      </p:sp>
      <p:sp>
        <p:nvSpPr>
          <p:cNvPr id="39" name="Google Shape;39;p4"/>
          <p:cNvSpPr txBox="1">
            <a:spLocks noGrp="1"/>
          </p:cNvSpPr>
          <p:nvPr>
            <p:ph type="subTitle" idx="5"/>
          </p:nvPr>
        </p:nvSpPr>
        <p:spPr>
          <a:xfrm>
            <a:off x="2404800" y="2599372"/>
            <a:ext cx="4434600" cy="281700"/>
          </a:xfrm>
          <a:prstGeom prst="rect">
            <a:avLst/>
          </a:prstGeom>
        </p:spPr>
        <p:txBody>
          <a:bodyPr spcFirstLastPara="1" wrap="square" lIns="68575" tIns="34275" rIns="68575" bIns="34275" anchor="t" anchorCtr="0">
            <a:noAutofit/>
          </a:bodyPr>
          <a:lstStyle>
            <a:lvl1pPr lvl="0" rtl="0">
              <a:lnSpc>
                <a:spcPct val="100000"/>
              </a:lnSpc>
              <a:spcBef>
                <a:spcPts val="800"/>
              </a:spcBef>
              <a:spcAft>
                <a:spcPts val="0"/>
              </a:spcAft>
              <a:buClr>
                <a:srgbClr val="FFFFFF"/>
              </a:buClr>
              <a:buSzPts val="1100"/>
              <a:buNone/>
              <a:defRPr sz="1100">
                <a:solidFill>
                  <a:srgbClr val="FFFFFF"/>
                </a:solidFill>
              </a:defRPr>
            </a:lvl1pPr>
            <a:lvl2pPr lvl="1" rtl="0">
              <a:lnSpc>
                <a:spcPct val="100000"/>
              </a:lnSpc>
              <a:spcBef>
                <a:spcPts val="400"/>
              </a:spcBef>
              <a:spcAft>
                <a:spcPts val="0"/>
              </a:spcAft>
              <a:buClr>
                <a:srgbClr val="FFFFFF"/>
              </a:buClr>
              <a:buSzPts val="1100"/>
              <a:buNone/>
              <a:defRPr sz="1100">
                <a:solidFill>
                  <a:srgbClr val="FFFFFF"/>
                </a:solidFill>
              </a:defRPr>
            </a:lvl2pPr>
            <a:lvl3pPr lvl="2" rtl="0">
              <a:lnSpc>
                <a:spcPct val="100000"/>
              </a:lnSpc>
              <a:spcBef>
                <a:spcPts val="400"/>
              </a:spcBef>
              <a:spcAft>
                <a:spcPts val="0"/>
              </a:spcAft>
              <a:buClr>
                <a:srgbClr val="FFFFFF"/>
              </a:buClr>
              <a:buSzPts val="1100"/>
              <a:buNone/>
              <a:defRPr sz="1100">
                <a:solidFill>
                  <a:srgbClr val="FFFFFF"/>
                </a:solidFill>
              </a:defRPr>
            </a:lvl3pPr>
            <a:lvl4pPr lvl="3" rtl="0">
              <a:lnSpc>
                <a:spcPct val="100000"/>
              </a:lnSpc>
              <a:spcBef>
                <a:spcPts val="400"/>
              </a:spcBef>
              <a:spcAft>
                <a:spcPts val="0"/>
              </a:spcAft>
              <a:buClr>
                <a:srgbClr val="FFFFFF"/>
              </a:buClr>
              <a:buSzPts val="1100"/>
              <a:buNone/>
              <a:defRPr sz="1100">
                <a:solidFill>
                  <a:srgbClr val="FFFFFF"/>
                </a:solidFill>
              </a:defRPr>
            </a:lvl4pPr>
            <a:lvl5pPr lvl="4" rtl="0">
              <a:lnSpc>
                <a:spcPct val="100000"/>
              </a:lnSpc>
              <a:spcBef>
                <a:spcPts val="400"/>
              </a:spcBef>
              <a:spcAft>
                <a:spcPts val="0"/>
              </a:spcAft>
              <a:buClr>
                <a:srgbClr val="FFFFFF"/>
              </a:buClr>
              <a:buSzPts val="1100"/>
              <a:buNone/>
              <a:defRPr sz="1100">
                <a:solidFill>
                  <a:srgbClr val="FFFFFF"/>
                </a:solidFill>
              </a:defRPr>
            </a:lvl5pPr>
            <a:lvl6pPr lvl="5" rtl="0">
              <a:lnSpc>
                <a:spcPct val="100000"/>
              </a:lnSpc>
              <a:spcBef>
                <a:spcPts val="400"/>
              </a:spcBef>
              <a:spcAft>
                <a:spcPts val="0"/>
              </a:spcAft>
              <a:buClr>
                <a:srgbClr val="FFFFFF"/>
              </a:buClr>
              <a:buSzPts val="1100"/>
              <a:buNone/>
              <a:defRPr sz="1100">
                <a:solidFill>
                  <a:srgbClr val="FFFFFF"/>
                </a:solidFill>
              </a:defRPr>
            </a:lvl6pPr>
            <a:lvl7pPr lvl="6" rtl="0">
              <a:lnSpc>
                <a:spcPct val="100000"/>
              </a:lnSpc>
              <a:spcBef>
                <a:spcPts val="400"/>
              </a:spcBef>
              <a:spcAft>
                <a:spcPts val="0"/>
              </a:spcAft>
              <a:buClr>
                <a:srgbClr val="FFFFFF"/>
              </a:buClr>
              <a:buSzPts val="1100"/>
              <a:buNone/>
              <a:defRPr sz="1100">
                <a:solidFill>
                  <a:srgbClr val="FFFFFF"/>
                </a:solidFill>
              </a:defRPr>
            </a:lvl7pPr>
            <a:lvl8pPr lvl="7" rtl="0">
              <a:lnSpc>
                <a:spcPct val="100000"/>
              </a:lnSpc>
              <a:spcBef>
                <a:spcPts val="400"/>
              </a:spcBef>
              <a:spcAft>
                <a:spcPts val="0"/>
              </a:spcAft>
              <a:buClr>
                <a:srgbClr val="FFFFFF"/>
              </a:buClr>
              <a:buSzPts val="1100"/>
              <a:buNone/>
              <a:defRPr sz="1100">
                <a:solidFill>
                  <a:srgbClr val="FFFFFF"/>
                </a:solidFill>
              </a:defRPr>
            </a:lvl8pPr>
            <a:lvl9pPr lvl="8" rtl="0">
              <a:lnSpc>
                <a:spcPct val="100000"/>
              </a:lnSpc>
              <a:spcBef>
                <a:spcPts val="400"/>
              </a:spcBef>
              <a:spcAft>
                <a:spcPts val="0"/>
              </a:spcAft>
              <a:buClr>
                <a:srgbClr val="FFFFFF"/>
              </a:buClr>
              <a:buSzPts val="1100"/>
              <a:buNone/>
              <a:defRPr sz="1100">
                <a:solidFill>
                  <a:srgbClr val="FFFFFF"/>
                </a:solidFill>
              </a:defRPr>
            </a:lvl9pPr>
          </a:lstStyle>
          <a:p>
            <a:endParaRPr/>
          </a:p>
        </p:txBody>
      </p:sp>
      <p:sp>
        <p:nvSpPr>
          <p:cNvPr id="40" name="Google Shape;40;p4"/>
          <p:cNvSpPr txBox="1">
            <a:spLocks noGrp="1"/>
          </p:cNvSpPr>
          <p:nvPr>
            <p:ph type="subTitle" idx="6"/>
          </p:nvPr>
        </p:nvSpPr>
        <p:spPr>
          <a:xfrm>
            <a:off x="2404800" y="3310849"/>
            <a:ext cx="4434600" cy="281700"/>
          </a:xfrm>
          <a:prstGeom prst="rect">
            <a:avLst/>
          </a:prstGeom>
        </p:spPr>
        <p:txBody>
          <a:bodyPr spcFirstLastPara="1" wrap="square" lIns="68575" tIns="34275" rIns="68575" bIns="34275" anchor="t" anchorCtr="0">
            <a:noAutofit/>
          </a:bodyPr>
          <a:lstStyle>
            <a:lvl1pPr lvl="0" rtl="0">
              <a:lnSpc>
                <a:spcPct val="100000"/>
              </a:lnSpc>
              <a:spcBef>
                <a:spcPts val="800"/>
              </a:spcBef>
              <a:spcAft>
                <a:spcPts val="0"/>
              </a:spcAft>
              <a:buClr>
                <a:srgbClr val="FFFFFF"/>
              </a:buClr>
              <a:buSzPts val="1100"/>
              <a:buNone/>
              <a:defRPr sz="1100">
                <a:solidFill>
                  <a:srgbClr val="FFFFFF"/>
                </a:solidFill>
              </a:defRPr>
            </a:lvl1pPr>
            <a:lvl2pPr lvl="1" rtl="0">
              <a:lnSpc>
                <a:spcPct val="100000"/>
              </a:lnSpc>
              <a:spcBef>
                <a:spcPts val="400"/>
              </a:spcBef>
              <a:spcAft>
                <a:spcPts val="0"/>
              </a:spcAft>
              <a:buClr>
                <a:srgbClr val="FFFFFF"/>
              </a:buClr>
              <a:buSzPts val="1100"/>
              <a:buNone/>
              <a:defRPr sz="1100">
                <a:solidFill>
                  <a:srgbClr val="FFFFFF"/>
                </a:solidFill>
              </a:defRPr>
            </a:lvl2pPr>
            <a:lvl3pPr lvl="2" rtl="0">
              <a:lnSpc>
                <a:spcPct val="100000"/>
              </a:lnSpc>
              <a:spcBef>
                <a:spcPts val="400"/>
              </a:spcBef>
              <a:spcAft>
                <a:spcPts val="0"/>
              </a:spcAft>
              <a:buClr>
                <a:srgbClr val="FFFFFF"/>
              </a:buClr>
              <a:buSzPts val="1100"/>
              <a:buNone/>
              <a:defRPr sz="1100">
                <a:solidFill>
                  <a:srgbClr val="FFFFFF"/>
                </a:solidFill>
              </a:defRPr>
            </a:lvl3pPr>
            <a:lvl4pPr lvl="3" rtl="0">
              <a:lnSpc>
                <a:spcPct val="100000"/>
              </a:lnSpc>
              <a:spcBef>
                <a:spcPts val="400"/>
              </a:spcBef>
              <a:spcAft>
                <a:spcPts val="0"/>
              </a:spcAft>
              <a:buClr>
                <a:srgbClr val="FFFFFF"/>
              </a:buClr>
              <a:buSzPts val="1100"/>
              <a:buNone/>
              <a:defRPr sz="1100">
                <a:solidFill>
                  <a:srgbClr val="FFFFFF"/>
                </a:solidFill>
              </a:defRPr>
            </a:lvl4pPr>
            <a:lvl5pPr lvl="4" rtl="0">
              <a:lnSpc>
                <a:spcPct val="100000"/>
              </a:lnSpc>
              <a:spcBef>
                <a:spcPts val="400"/>
              </a:spcBef>
              <a:spcAft>
                <a:spcPts val="0"/>
              </a:spcAft>
              <a:buClr>
                <a:srgbClr val="FFFFFF"/>
              </a:buClr>
              <a:buSzPts val="1100"/>
              <a:buNone/>
              <a:defRPr sz="1100">
                <a:solidFill>
                  <a:srgbClr val="FFFFFF"/>
                </a:solidFill>
              </a:defRPr>
            </a:lvl5pPr>
            <a:lvl6pPr lvl="5" rtl="0">
              <a:lnSpc>
                <a:spcPct val="100000"/>
              </a:lnSpc>
              <a:spcBef>
                <a:spcPts val="400"/>
              </a:spcBef>
              <a:spcAft>
                <a:spcPts val="0"/>
              </a:spcAft>
              <a:buClr>
                <a:srgbClr val="FFFFFF"/>
              </a:buClr>
              <a:buSzPts val="1100"/>
              <a:buNone/>
              <a:defRPr sz="1100">
                <a:solidFill>
                  <a:srgbClr val="FFFFFF"/>
                </a:solidFill>
              </a:defRPr>
            </a:lvl6pPr>
            <a:lvl7pPr lvl="6" rtl="0">
              <a:lnSpc>
                <a:spcPct val="100000"/>
              </a:lnSpc>
              <a:spcBef>
                <a:spcPts val="400"/>
              </a:spcBef>
              <a:spcAft>
                <a:spcPts val="0"/>
              </a:spcAft>
              <a:buClr>
                <a:srgbClr val="FFFFFF"/>
              </a:buClr>
              <a:buSzPts val="1100"/>
              <a:buNone/>
              <a:defRPr sz="1100">
                <a:solidFill>
                  <a:srgbClr val="FFFFFF"/>
                </a:solidFill>
              </a:defRPr>
            </a:lvl7pPr>
            <a:lvl8pPr lvl="7" rtl="0">
              <a:lnSpc>
                <a:spcPct val="100000"/>
              </a:lnSpc>
              <a:spcBef>
                <a:spcPts val="400"/>
              </a:spcBef>
              <a:spcAft>
                <a:spcPts val="0"/>
              </a:spcAft>
              <a:buClr>
                <a:srgbClr val="FFFFFF"/>
              </a:buClr>
              <a:buSzPts val="1100"/>
              <a:buNone/>
              <a:defRPr sz="1100">
                <a:solidFill>
                  <a:srgbClr val="FFFFFF"/>
                </a:solidFill>
              </a:defRPr>
            </a:lvl8pPr>
            <a:lvl9pPr lvl="8" rtl="0">
              <a:lnSpc>
                <a:spcPct val="100000"/>
              </a:lnSpc>
              <a:spcBef>
                <a:spcPts val="400"/>
              </a:spcBef>
              <a:spcAft>
                <a:spcPts val="0"/>
              </a:spcAft>
              <a:buClr>
                <a:srgbClr val="FFFFFF"/>
              </a:buClr>
              <a:buSzPts val="1100"/>
              <a:buNone/>
              <a:defRPr sz="1100">
                <a:solidFill>
                  <a:srgbClr val="FFFFFF"/>
                </a:solidFill>
              </a:defRPr>
            </a:lvl9pPr>
          </a:lstStyle>
          <a:p>
            <a:endParaRPr/>
          </a:p>
        </p:txBody>
      </p:sp>
      <p:sp>
        <p:nvSpPr>
          <p:cNvPr id="41" name="Google Shape;41;p4"/>
          <p:cNvSpPr txBox="1">
            <a:spLocks noGrp="1"/>
          </p:cNvSpPr>
          <p:nvPr>
            <p:ph type="ctrTitle"/>
          </p:nvPr>
        </p:nvSpPr>
        <p:spPr>
          <a:xfrm>
            <a:off x="6052873" y="2105374"/>
            <a:ext cx="2135700" cy="946200"/>
          </a:xfrm>
          <a:prstGeom prst="rect">
            <a:avLst/>
          </a:prstGeom>
        </p:spPr>
        <p:txBody>
          <a:bodyPr spcFirstLastPara="1" wrap="square" lIns="68575" tIns="34275" rIns="68575" bIns="34275" anchor="ctr" anchorCtr="0">
            <a:noAutofit/>
          </a:bodyPr>
          <a:lstStyle>
            <a:lvl1pPr lvl="0" algn="r" rtl="0">
              <a:spcBef>
                <a:spcPts val="0"/>
              </a:spcBef>
              <a:spcAft>
                <a:spcPts val="0"/>
              </a:spcAft>
              <a:buClr>
                <a:srgbClr val="FFFFFF"/>
              </a:buClr>
              <a:buSzPts val="2400"/>
              <a:buNone/>
              <a:defRPr sz="2400" b="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sz="1800">
                <a:solidFill>
                  <a:srgbClr val="FFFFFF"/>
                </a:solidFill>
              </a:defRPr>
            </a:lvl4pPr>
            <a:lvl5pPr lvl="4" algn="r" rtl="0">
              <a:spcBef>
                <a:spcPts val="0"/>
              </a:spcBef>
              <a:spcAft>
                <a:spcPts val="0"/>
              </a:spcAft>
              <a:buClr>
                <a:srgbClr val="FFFFFF"/>
              </a:buClr>
              <a:buSzPts val="1800"/>
              <a:buNone/>
              <a:defRPr sz="1800">
                <a:solidFill>
                  <a:srgbClr val="FFFFFF"/>
                </a:solidFill>
              </a:defRPr>
            </a:lvl5pPr>
            <a:lvl6pPr lvl="5" algn="r" rtl="0">
              <a:spcBef>
                <a:spcPts val="0"/>
              </a:spcBef>
              <a:spcAft>
                <a:spcPts val="0"/>
              </a:spcAft>
              <a:buClr>
                <a:srgbClr val="FFFFFF"/>
              </a:buClr>
              <a:buSzPts val="1800"/>
              <a:buNone/>
              <a:defRPr sz="1800">
                <a:solidFill>
                  <a:srgbClr val="FFFFFF"/>
                </a:solidFill>
              </a:defRPr>
            </a:lvl6pPr>
            <a:lvl7pPr lvl="6" algn="r" rtl="0">
              <a:spcBef>
                <a:spcPts val="0"/>
              </a:spcBef>
              <a:spcAft>
                <a:spcPts val="0"/>
              </a:spcAft>
              <a:buClr>
                <a:srgbClr val="FFFFFF"/>
              </a:buClr>
              <a:buSzPts val="1800"/>
              <a:buNone/>
              <a:defRPr sz="1800">
                <a:solidFill>
                  <a:srgbClr val="FFFFFF"/>
                </a:solidFill>
              </a:defRPr>
            </a:lvl7pPr>
            <a:lvl8pPr lvl="7" algn="r" rtl="0">
              <a:spcBef>
                <a:spcPts val="0"/>
              </a:spcBef>
              <a:spcAft>
                <a:spcPts val="0"/>
              </a:spcAft>
              <a:buClr>
                <a:srgbClr val="FFFFFF"/>
              </a:buClr>
              <a:buSzPts val="1800"/>
              <a:buNone/>
              <a:defRPr sz="1800">
                <a:solidFill>
                  <a:srgbClr val="FFFFFF"/>
                </a:solidFill>
              </a:defRPr>
            </a:lvl8pPr>
            <a:lvl9pPr lvl="8" algn="r" rtl="0">
              <a:spcBef>
                <a:spcPts val="0"/>
              </a:spcBef>
              <a:spcAft>
                <a:spcPts val="0"/>
              </a:spcAft>
              <a:buClr>
                <a:srgbClr val="FFFFFF"/>
              </a:buClr>
              <a:buSzPts val="1800"/>
              <a:buNone/>
              <a:defRPr sz="1800">
                <a:solidFill>
                  <a:srgbClr val="FFFFFF"/>
                </a:solidFill>
              </a:defRPr>
            </a:lvl9pPr>
          </a:lstStyle>
          <a:p>
            <a:endParaRPr/>
          </a:p>
        </p:txBody>
      </p:sp>
      <p:sp>
        <p:nvSpPr>
          <p:cNvPr id="42" name="Google Shape;42;p4"/>
          <p:cNvSpPr txBox="1">
            <a:spLocks noGrp="1"/>
          </p:cNvSpPr>
          <p:nvPr>
            <p:ph type="title" idx="7" hasCustomPrompt="1"/>
          </p:nvPr>
        </p:nvSpPr>
        <p:spPr>
          <a:xfrm>
            <a:off x="1109465" y="1624139"/>
            <a:ext cx="1230600" cy="454500"/>
          </a:xfrm>
          <a:prstGeom prst="rect">
            <a:avLst/>
          </a:prstGeom>
        </p:spPr>
        <p:txBody>
          <a:bodyPr spcFirstLastPara="1" wrap="square" lIns="68575" tIns="34275" rIns="68575" bIns="34275" anchor="t" anchorCtr="0">
            <a:noAutofit/>
          </a:bodyPr>
          <a:lstStyle>
            <a:lvl1pPr lvl="0" algn="r" rtl="0">
              <a:spcBef>
                <a:spcPts val="0"/>
              </a:spcBef>
              <a:spcAft>
                <a:spcPts val="0"/>
              </a:spcAft>
              <a:buClr>
                <a:srgbClr val="FFFFFF"/>
              </a:buClr>
              <a:buSzPts val="1800"/>
              <a:buNone/>
              <a:defRPr sz="1800" b="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sz="1800">
                <a:solidFill>
                  <a:srgbClr val="FFFFFF"/>
                </a:solidFill>
              </a:defRPr>
            </a:lvl4pPr>
            <a:lvl5pPr lvl="4" algn="r" rtl="0">
              <a:spcBef>
                <a:spcPts val="0"/>
              </a:spcBef>
              <a:spcAft>
                <a:spcPts val="0"/>
              </a:spcAft>
              <a:buClr>
                <a:srgbClr val="FFFFFF"/>
              </a:buClr>
              <a:buSzPts val="1800"/>
              <a:buNone/>
              <a:defRPr sz="1800">
                <a:solidFill>
                  <a:srgbClr val="FFFFFF"/>
                </a:solidFill>
              </a:defRPr>
            </a:lvl5pPr>
            <a:lvl6pPr lvl="5" algn="r" rtl="0">
              <a:spcBef>
                <a:spcPts val="0"/>
              </a:spcBef>
              <a:spcAft>
                <a:spcPts val="0"/>
              </a:spcAft>
              <a:buClr>
                <a:srgbClr val="FFFFFF"/>
              </a:buClr>
              <a:buSzPts val="1800"/>
              <a:buNone/>
              <a:defRPr sz="1800">
                <a:solidFill>
                  <a:srgbClr val="FFFFFF"/>
                </a:solidFill>
              </a:defRPr>
            </a:lvl6pPr>
            <a:lvl7pPr lvl="6" algn="r" rtl="0">
              <a:spcBef>
                <a:spcPts val="0"/>
              </a:spcBef>
              <a:spcAft>
                <a:spcPts val="0"/>
              </a:spcAft>
              <a:buClr>
                <a:srgbClr val="FFFFFF"/>
              </a:buClr>
              <a:buSzPts val="1800"/>
              <a:buNone/>
              <a:defRPr sz="1800">
                <a:solidFill>
                  <a:srgbClr val="FFFFFF"/>
                </a:solidFill>
              </a:defRPr>
            </a:lvl7pPr>
            <a:lvl8pPr lvl="7" algn="r" rtl="0">
              <a:spcBef>
                <a:spcPts val="0"/>
              </a:spcBef>
              <a:spcAft>
                <a:spcPts val="0"/>
              </a:spcAft>
              <a:buClr>
                <a:srgbClr val="FFFFFF"/>
              </a:buClr>
              <a:buSzPts val="1800"/>
              <a:buNone/>
              <a:defRPr sz="1800">
                <a:solidFill>
                  <a:srgbClr val="FFFFFF"/>
                </a:solidFill>
              </a:defRPr>
            </a:lvl8pPr>
            <a:lvl9pPr lvl="8" algn="r" rtl="0">
              <a:spcBef>
                <a:spcPts val="0"/>
              </a:spcBef>
              <a:spcAft>
                <a:spcPts val="0"/>
              </a:spcAft>
              <a:buClr>
                <a:srgbClr val="FFFFFF"/>
              </a:buClr>
              <a:buSzPts val="1800"/>
              <a:buNone/>
              <a:defRPr sz="1800">
                <a:solidFill>
                  <a:srgbClr val="FFFFFF"/>
                </a:solidFill>
              </a:defRPr>
            </a:lvl9pPr>
          </a:lstStyle>
          <a:p>
            <a:r>
              <a:t>xx%</a:t>
            </a:r>
          </a:p>
        </p:txBody>
      </p:sp>
      <p:sp>
        <p:nvSpPr>
          <p:cNvPr id="43" name="Google Shape;43;p4"/>
          <p:cNvSpPr txBox="1">
            <a:spLocks noGrp="1"/>
          </p:cNvSpPr>
          <p:nvPr>
            <p:ph type="title" idx="8" hasCustomPrompt="1"/>
          </p:nvPr>
        </p:nvSpPr>
        <p:spPr>
          <a:xfrm>
            <a:off x="1109465" y="2340911"/>
            <a:ext cx="1230600" cy="454500"/>
          </a:xfrm>
          <a:prstGeom prst="rect">
            <a:avLst/>
          </a:prstGeom>
        </p:spPr>
        <p:txBody>
          <a:bodyPr spcFirstLastPara="1" wrap="square" lIns="68575" tIns="34275" rIns="68575" bIns="34275" anchor="t" anchorCtr="0">
            <a:noAutofit/>
          </a:bodyPr>
          <a:lstStyle>
            <a:lvl1pPr lvl="0" algn="r" rtl="0">
              <a:spcBef>
                <a:spcPts val="0"/>
              </a:spcBef>
              <a:spcAft>
                <a:spcPts val="0"/>
              </a:spcAft>
              <a:buClr>
                <a:srgbClr val="FFFFFF"/>
              </a:buClr>
              <a:buSzPts val="1800"/>
              <a:buNone/>
              <a:defRPr sz="1800" b="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sz="1800">
                <a:solidFill>
                  <a:srgbClr val="FFFFFF"/>
                </a:solidFill>
              </a:defRPr>
            </a:lvl4pPr>
            <a:lvl5pPr lvl="4" algn="r" rtl="0">
              <a:spcBef>
                <a:spcPts val="0"/>
              </a:spcBef>
              <a:spcAft>
                <a:spcPts val="0"/>
              </a:spcAft>
              <a:buClr>
                <a:srgbClr val="FFFFFF"/>
              </a:buClr>
              <a:buSzPts val="1800"/>
              <a:buNone/>
              <a:defRPr sz="1800">
                <a:solidFill>
                  <a:srgbClr val="FFFFFF"/>
                </a:solidFill>
              </a:defRPr>
            </a:lvl5pPr>
            <a:lvl6pPr lvl="5" algn="r" rtl="0">
              <a:spcBef>
                <a:spcPts val="0"/>
              </a:spcBef>
              <a:spcAft>
                <a:spcPts val="0"/>
              </a:spcAft>
              <a:buClr>
                <a:srgbClr val="FFFFFF"/>
              </a:buClr>
              <a:buSzPts val="1800"/>
              <a:buNone/>
              <a:defRPr sz="1800">
                <a:solidFill>
                  <a:srgbClr val="FFFFFF"/>
                </a:solidFill>
              </a:defRPr>
            </a:lvl6pPr>
            <a:lvl7pPr lvl="6" algn="r" rtl="0">
              <a:spcBef>
                <a:spcPts val="0"/>
              </a:spcBef>
              <a:spcAft>
                <a:spcPts val="0"/>
              </a:spcAft>
              <a:buClr>
                <a:srgbClr val="FFFFFF"/>
              </a:buClr>
              <a:buSzPts val="1800"/>
              <a:buNone/>
              <a:defRPr sz="1800">
                <a:solidFill>
                  <a:srgbClr val="FFFFFF"/>
                </a:solidFill>
              </a:defRPr>
            </a:lvl7pPr>
            <a:lvl8pPr lvl="7" algn="r" rtl="0">
              <a:spcBef>
                <a:spcPts val="0"/>
              </a:spcBef>
              <a:spcAft>
                <a:spcPts val="0"/>
              </a:spcAft>
              <a:buClr>
                <a:srgbClr val="FFFFFF"/>
              </a:buClr>
              <a:buSzPts val="1800"/>
              <a:buNone/>
              <a:defRPr sz="1800">
                <a:solidFill>
                  <a:srgbClr val="FFFFFF"/>
                </a:solidFill>
              </a:defRPr>
            </a:lvl8pPr>
            <a:lvl9pPr lvl="8" algn="r" rtl="0">
              <a:spcBef>
                <a:spcPts val="0"/>
              </a:spcBef>
              <a:spcAft>
                <a:spcPts val="0"/>
              </a:spcAft>
              <a:buClr>
                <a:srgbClr val="FFFFFF"/>
              </a:buClr>
              <a:buSzPts val="1800"/>
              <a:buNone/>
              <a:defRPr sz="1800">
                <a:solidFill>
                  <a:srgbClr val="FFFFFF"/>
                </a:solidFill>
              </a:defRPr>
            </a:lvl9pPr>
          </a:lstStyle>
          <a:p>
            <a:r>
              <a:t>xx%</a:t>
            </a:r>
          </a:p>
        </p:txBody>
      </p:sp>
      <p:sp>
        <p:nvSpPr>
          <p:cNvPr id="44" name="Google Shape;44;p4"/>
          <p:cNvSpPr txBox="1">
            <a:spLocks noGrp="1"/>
          </p:cNvSpPr>
          <p:nvPr>
            <p:ph type="title" idx="9" hasCustomPrompt="1"/>
          </p:nvPr>
        </p:nvSpPr>
        <p:spPr>
          <a:xfrm>
            <a:off x="1109465" y="3061516"/>
            <a:ext cx="1230600" cy="454500"/>
          </a:xfrm>
          <a:prstGeom prst="rect">
            <a:avLst/>
          </a:prstGeom>
        </p:spPr>
        <p:txBody>
          <a:bodyPr spcFirstLastPara="1" wrap="square" lIns="68575" tIns="34275" rIns="68575" bIns="34275" anchor="t" anchorCtr="0">
            <a:noAutofit/>
          </a:bodyPr>
          <a:lstStyle>
            <a:lvl1pPr lvl="0" algn="r" rtl="0">
              <a:spcBef>
                <a:spcPts val="0"/>
              </a:spcBef>
              <a:spcAft>
                <a:spcPts val="0"/>
              </a:spcAft>
              <a:buClr>
                <a:srgbClr val="FFFFFF"/>
              </a:buClr>
              <a:buSzPts val="1800"/>
              <a:buNone/>
              <a:defRPr sz="1800" b="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sz="1800">
                <a:solidFill>
                  <a:srgbClr val="FFFFFF"/>
                </a:solidFill>
              </a:defRPr>
            </a:lvl4pPr>
            <a:lvl5pPr lvl="4" algn="r" rtl="0">
              <a:spcBef>
                <a:spcPts val="0"/>
              </a:spcBef>
              <a:spcAft>
                <a:spcPts val="0"/>
              </a:spcAft>
              <a:buClr>
                <a:srgbClr val="FFFFFF"/>
              </a:buClr>
              <a:buSzPts val="1800"/>
              <a:buNone/>
              <a:defRPr sz="1800">
                <a:solidFill>
                  <a:srgbClr val="FFFFFF"/>
                </a:solidFill>
              </a:defRPr>
            </a:lvl5pPr>
            <a:lvl6pPr lvl="5" algn="r" rtl="0">
              <a:spcBef>
                <a:spcPts val="0"/>
              </a:spcBef>
              <a:spcAft>
                <a:spcPts val="0"/>
              </a:spcAft>
              <a:buClr>
                <a:srgbClr val="FFFFFF"/>
              </a:buClr>
              <a:buSzPts val="1800"/>
              <a:buNone/>
              <a:defRPr sz="1800">
                <a:solidFill>
                  <a:srgbClr val="FFFFFF"/>
                </a:solidFill>
              </a:defRPr>
            </a:lvl6pPr>
            <a:lvl7pPr lvl="6" algn="r" rtl="0">
              <a:spcBef>
                <a:spcPts val="0"/>
              </a:spcBef>
              <a:spcAft>
                <a:spcPts val="0"/>
              </a:spcAft>
              <a:buClr>
                <a:srgbClr val="FFFFFF"/>
              </a:buClr>
              <a:buSzPts val="1800"/>
              <a:buNone/>
              <a:defRPr sz="1800">
                <a:solidFill>
                  <a:srgbClr val="FFFFFF"/>
                </a:solidFill>
              </a:defRPr>
            </a:lvl7pPr>
            <a:lvl8pPr lvl="7" algn="r" rtl="0">
              <a:spcBef>
                <a:spcPts val="0"/>
              </a:spcBef>
              <a:spcAft>
                <a:spcPts val="0"/>
              </a:spcAft>
              <a:buClr>
                <a:srgbClr val="FFFFFF"/>
              </a:buClr>
              <a:buSzPts val="1800"/>
              <a:buNone/>
              <a:defRPr sz="1800">
                <a:solidFill>
                  <a:srgbClr val="FFFFFF"/>
                </a:solidFill>
              </a:defRPr>
            </a:lvl8pPr>
            <a:lvl9pPr lvl="8" algn="r" rtl="0">
              <a:spcBef>
                <a:spcPts val="0"/>
              </a:spcBef>
              <a:spcAft>
                <a:spcPts val="0"/>
              </a:spcAft>
              <a:buClr>
                <a:srgbClr val="FFFFFF"/>
              </a:buClr>
              <a:buSzPts val="1800"/>
              <a:buNone/>
              <a:defRPr sz="1800">
                <a:solidFill>
                  <a:srgbClr val="FFFFFF"/>
                </a:solidFill>
              </a:defRPr>
            </a:lvl9pPr>
          </a:lstStyle>
          <a:p>
            <a:r>
              <a:t>xx%</a:t>
            </a:r>
          </a:p>
        </p:txBody>
      </p:sp>
      <p:sp>
        <p:nvSpPr>
          <p:cNvPr id="45" name="Google Shape;45;p4"/>
          <p:cNvSpPr txBox="1">
            <a:spLocks noGrp="1"/>
          </p:cNvSpPr>
          <p:nvPr>
            <p:ph type="subTitle" idx="13"/>
          </p:nvPr>
        </p:nvSpPr>
        <p:spPr>
          <a:xfrm flipH="1">
            <a:off x="2406290" y="3580183"/>
            <a:ext cx="6451500" cy="561600"/>
          </a:xfrm>
          <a:prstGeom prst="rect">
            <a:avLst/>
          </a:prstGeom>
        </p:spPr>
        <p:txBody>
          <a:bodyPr spcFirstLastPara="1" wrap="square" lIns="68575" tIns="34275" rIns="68575" bIns="34275" anchor="b" anchorCtr="0">
            <a:noAutofit/>
          </a:bodyPr>
          <a:lstStyle>
            <a:lvl1pPr lvl="0" rtl="0">
              <a:lnSpc>
                <a:spcPct val="100000"/>
              </a:lnSpc>
              <a:spcBef>
                <a:spcPts val="8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1pPr>
            <a:lvl2pPr lvl="1"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2pPr>
            <a:lvl3pPr lvl="2"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3pPr>
            <a:lvl4pPr lvl="3"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4pPr>
            <a:lvl5pPr lvl="4"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5pPr>
            <a:lvl6pPr lvl="5"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6pPr>
            <a:lvl7pPr lvl="6"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7pPr>
            <a:lvl8pPr lvl="7"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8pPr>
            <a:lvl9pPr lvl="8" rtl="0">
              <a:lnSpc>
                <a:spcPct val="100000"/>
              </a:lnSpc>
              <a:spcBef>
                <a:spcPts val="400"/>
              </a:spcBef>
              <a:spcAft>
                <a:spcPts val="0"/>
              </a:spcAft>
              <a:buClr>
                <a:srgbClr val="FFFFFF"/>
              </a:buClr>
              <a:buSzPts val="1800"/>
              <a:buFont typeface="Squada One"/>
              <a:buNone/>
              <a:defRPr sz="1800">
                <a:solidFill>
                  <a:srgbClr val="FFFFFF"/>
                </a:solidFill>
                <a:latin typeface="Squada One"/>
                <a:ea typeface="Squada One"/>
                <a:cs typeface="Squada One"/>
                <a:sym typeface="Squada One"/>
              </a:defRPr>
            </a:lvl9pPr>
          </a:lstStyle>
          <a:p>
            <a:endParaRPr/>
          </a:p>
        </p:txBody>
      </p:sp>
      <p:sp>
        <p:nvSpPr>
          <p:cNvPr id="46" name="Google Shape;46;p4"/>
          <p:cNvSpPr txBox="1">
            <a:spLocks noGrp="1"/>
          </p:cNvSpPr>
          <p:nvPr>
            <p:ph type="subTitle" idx="14"/>
          </p:nvPr>
        </p:nvSpPr>
        <p:spPr>
          <a:xfrm>
            <a:off x="2404800" y="4080849"/>
            <a:ext cx="4434600" cy="281700"/>
          </a:xfrm>
          <a:prstGeom prst="rect">
            <a:avLst/>
          </a:prstGeom>
        </p:spPr>
        <p:txBody>
          <a:bodyPr spcFirstLastPara="1" wrap="square" lIns="68575" tIns="34275" rIns="68575" bIns="34275" anchor="t" anchorCtr="0">
            <a:noAutofit/>
          </a:bodyPr>
          <a:lstStyle>
            <a:lvl1pPr lvl="0" rtl="0">
              <a:lnSpc>
                <a:spcPct val="100000"/>
              </a:lnSpc>
              <a:spcBef>
                <a:spcPts val="800"/>
              </a:spcBef>
              <a:spcAft>
                <a:spcPts val="0"/>
              </a:spcAft>
              <a:buClr>
                <a:srgbClr val="FFFFFF"/>
              </a:buClr>
              <a:buSzPts val="1100"/>
              <a:buNone/>
              <a:defRPr sz="1100">
                <a:solidFill>
                  <a:srgbClr val="FFFFFF"/>
                </a:solidFill>
              </a:defRPr>
            </a:lvl1pPr>
            <a:lvl2pPr lvl="1" rtl="0">
              <a:lnSpc>
                <a:spcPct val="100000"/>
              </a:lnSpc>
              <a:spcBef>
                <a:spcPts val="400"/>
              </a:spcBef>
              <a:spcAft>
                <a:spcPts val="0"/>
              </a:spcAft>
              <a:buClr>
                <a:srgbClr val="FFFFFF"/>
              </a:buClr>
              <a:buSzPts val="1100"/>
              <a:buNone/>
              <a:defRPr sz="1100">
                <a:solidFill>
                  <a:srgbClr val="FFFFFF"/>
                </a:solidFill>
              </a:defRPr>
            </a:lvl2pPr>
            <a:lvl3pPr lvl="2" rtl="0">
              <a:lnSpc>
                <a:spcPct val="100000"/>
              </a:lnSpc>
              <a:spcBef>
                <a:spcPts val="400"/>
              </a:spcBef>
              <a:spcAft>
                <a:spcPts val="0"/>
              </a:spcAft>
              <a:buClr>
                <a:srgbClr val="FFFFFF"/>
              </a:buClr>
              <a:buSzPts val="1100"/>
              <a:buNone/>
              <a:defRPr sz="1100">
                <a:solidFill>
                  <a:srgbClr val="FFFFFF"/>
                </a:solidFill>
              </a:defRPr>
            </a:lvl3pPr>
            <a:lvl4pPr lvl="3" rtl="0">
              <a:lnSpc>
                <a:spcPct val="100000"/>
              </a:lnSpc>
              <a:spcBef>
                <a:spcPts val="400"/>
              </a:spcBef>
              <a:spcAft>
                <a:spcPts val="0"/>
              </a:spcAft>
              <a:buClr>
                <a:srgbClr val="FFFFFF"/>
              </a:buClr>
              <a:buSzPts val="1100"/>
              <a:buNone/>
              <a:defRPr sz="1100">
                <a:solidFill>
                  <a:srgbClr val="FFFFFF"/>
                </a:solidFill>
              </a:defRPr>
            </a:lvl4pPr>
            <a:lvl5pPr lvl="4" rtl="0">
              <a:lnSpc>
                <a:spcPct val="100000"/>
              </a:lnSpc>
              <a:spcBef>
                <a:spcPts val="400"/>
              </a:spcBef>
              <a:spcAft>
                <a:spcPts val="0"/>
              </a:spcAft>
              <a:buClr>
                <a:srgbClr val="FFFFFF"/>
              </a:buClr>
              <a:buSzPts val="1100"/>
              <a:buNone/>
              <a:defRPr sz="1100">
                <a:solidFill>
                  <a:srgbClr val="FFFFFF"/>
                </a:solidFill>
              </a:defRPr>
            </a:lvl5pPr>
            <a:lvl6pPr lvl="5" rtl="0">
              <a:lnSpc>
                <a:spcPct val="100000"/>
              </a:lnSpc>
              <a:spcBef>
                <a:spcPts val="400"/>
              </a:spcBef>
              <a:spcAft>
                <a:spcPts val="0"/>
              </a:spcAft>
              <a:buClr>
                <a:srgbClr val="FFFFFF"/>
              </a:buClr>
              <a:buSzPts val="1100"/>
              <a:buNone/>
              <a:defRPr sz="1100">
                <a:solidFill>
                  <a:srgbClr val="FFFFFF"/>
                </a:solidFill>
              </a:defRPr>
            </a:lvl6pPr>
            <a:lvl7pPr lvl="6" rtl="0">
              <a:lnSpc>
                <a:spcPct val="100000"/>
              </a:lnSpc>
              <a:spcBef>
                <a:spcPts val="400"/>
              </a:spcBef>
              <a:spcAft>
                <a:spcPts val="0"/>
              </a:spcAft>
              <a:buClr>
                <a:srgbClr val="FFFFFF"/>
              </a:buClr>
              <a:buSzPts val="1100"/>
              <a:buNone/>
              <a:defRPr sz="1100">
                <a:solidFill>
                  <a:srgbClr val="FFFFFF"/>
                </a:solidFill>
              </a:defRPr>
            </a:lvl7pPr>
            <a:lvl8pPr lvl="7" rtl="0">
              <a:lnSpc>
                <a:spcPct val="100000"/>
              </a:lnSpc>
              <a:spcBef>
                <a:spcPts val="400"/>
              </a:spcBef>
              <a:spcAft>
                <a:spcPts val="0"/>
              </a:spcAft>
              <a:buClr>
                <a:srgbClr val="FFFFFF"/>
              </a:buClr>
              <a:buSzPts val="1100"/>
              <a:buNone/>
              <a:defRPr sz="1100">
                <a:solidFill>
                  <a:srgbClr val="FFFFFF"/>
                </a:solidFill>
              </a:defRPr>
            </a:lvl8pPr>
            <a:lvl9pPr lvl="8" rtl="0">
              <a:lnSpc>
                <a:spcPct val="100000"/>
              </a:lnSpc>
              <a:spcBef>
                <a:spcPts val="400"/>
              </a:spcBef>
              <a:spcAft>
                <a:spcPts val="0"/>
              </a:spcAft>
              <a:buClr>
                <a:srgbClr val="FFFFFF"/>
              </a:buClr>
              <a:buSzPts val="1100"/>
              <a:buNone/>
              <a:defRPr sz="1100">
                <a:solidFill>
                  <a:srgbClr val="FFFFFF"/>
                </a:solidFill>
              </a:defRPr>
            </a:lvl9pPr>
          </a:lstStyle>
          <a:p>
            <a:endParaRPr/>
          </a:p>
        </p:txBody>
      </p:sp>
      <p:sp>
        <p:nvSpPr>
          <p:cNvPr id="47" name="Google Shape;47;p4"/>
          <p:cNvSpPr txBox="1">
            <a:spLocks noGrp="1"/>
          </p:cNvSpPr>
          <p:nvPr>
            <p:ph type="title" idx="15" hasCustomPrompt="1"/>
          </p:nvPr>
        </p:nvSpPr>
        <p:spPr>
          <a:xfrm>
            <a:off x="1109465" y="3831516"/>
            <a:ext cx="1230600" cy="454500"/>
          </a:xfrm>
          <a:prstGeom prst="rect">
            <a:avLst/>
          </a:prstGeom>
        </p:spPr>
        <p:txBody>
          <a:bodyPr spcFirstLastPara="1" wrap="square" lIns="68575" tIns="34275" rIns="68575" bIns="34275" anchor="t" anchorCtr="0">
            <a:noAutofit/>
          </a:bodyPr>
          <a:lstStyle>
            <a:lvl1pPr lvl="0" algn="r" rtl="0">
              <a:spcBef>
                <a:spcPts val="0"/>
              </a:spcBef>
              <a:spcAft>
                <a:spcPts val="0"/>
              </a:spcAft>
              <a:buClr>
                <a:srgbClr val="FFFFFF"/>
              </a:buClr>
              <a:buSzPts val="1800"/>
              <a:buNone/>
              <a:defRPr sz="1800" b="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sz="1800">
                <a:solidFill>
                  <a:srgbClr val="FFFFFF"/>
                </a:solidFill>
              </a:defRPr>
            </a:lvl4pPr>
            <a:lvl5pPr lvl="4" algn="r" rtl="0">
              <a:spcBef>
                <a:spcPts val="0"/>
              </a:spcBef>
              <a:spcAft>
                <a:spcPts val="0"/>
              </a:spcAft>
              <a:buClr>
                <a:srgbClr val="FFFFFF"/>
              </a:buClr>
              <a:buSzPts val="1800"/>
              <a:buNone/>
              <a:defRPr sz="1800">
                <a:solidFill>
                  <a:srgbClr val="FFFFFF"/>
                </a:solidFill>
              </a:defRPr>
            </a:lvl5pPr>
            <a:lvl6pPr lvl="5" algn="r" rtl="0">
              <a:spcBef>
                <a:spcPts val="0"/>
              </a:spcBef>
              <a:spcAft>
                <a:spcPts val="0"/>
              </a:spcAft>
              <a:buClr>
                <a:srgbClr val="FFFFFF"/>
              </a:buClr>
              <a:buSzPts val="1800"/>
              <a:buNone/>
              <a:defRPr sz="1800">
                <a:solidFill>
                  <a:srgbClr val="FFFFFF"/>
                </a:solidFill>
              </a:defRPr>
            </a:lvl6pPr>
            <a:lvl7pPr lvl="6" algn="r" rtl="0">
              <a:spcBef>
                <a:spcPts val="0"/>
              </a:spcBef>
              <a:spcAft>
                <a:spcPts val="0"/>
              </a:spcAft>
              <a:buClr>
                <a:srgbClr val="FFFFFF"/>
              </a:buClr>
              <a:buSzPts val="1800"/>
              <a:buNone/>
              <a:defRPr sz="1800">
                <a:solidFill>
                  <a:srgbClr val="FFFFFF"/>
                </a:solidFill>
              </a:defRPr>
            </a:lvl7pPr>
            <a:lvl8pPr lvl="7" algn="r" rtl="0">
              <a:spcBef>
                <a:spcPts val="0"/>
              </a:spcBef>
              <a:spcAft>
                <a:spcPts val="0"/>
              </a:spcAft>
              <a:buClr>
                <a:srgbClr val="FFFFFF"/>
              </a:buClr>
              <a:buSzPts val="1800"/>
              <a:buNone/>
              <a:defRPr sz="1800">
                <a:solidFill>
                  <a:srgbClr val="FFFFFF"/>
                </a:solidFill>
              </a:defRPr>
            </a:lvl8pPr>
            <a:lvl9pPr lvl="8" algn="r" rtl="0">
              <a:spcBef>
                <a:spcPts val="0"/>
              </a:spcBef>
              <a:spcAft>
                <a:spcPts val="0"/>
              </a:spcAft>
              <a:buClr>
                <a:srgbClr val="FFFFFF"/>
              </a:buClr>
              <a:buSzPts val="1800"/>
              <a:buNone/>
              <a:defRPr sz="1800">
                <a:solidFill>
                  <a:srgbClr val="FFFFFF"/>
                </a:solidFill>
              </a:defRPr>
            </a:lvl9pPr>
          </a:lstStyle>
          <a:p>
            <a:r>
              <a:t>xx%</a:t>
            </a:r>
          </a:p>
        </p:txBody>
      </p:sp>
      <p:sp>
        <p:nvSpPr>
          <p:cNvPr id="48" name="Google Shape;48;p4"/>
          <p:cNvSpPr/>
          <p:nvPr/>
        </p:nvSpPr>
        <p:spPr>
          <a:xfrm>
            <a:off x="8554105" y="1019672"/>
            <a:ext cx="89" cy="89"/>
          </a:xfrm>
          <a:custGeom>
            <a:avLst/>
            <a:gdLst/>
            <a:ahLst/>
            <a:cxnLst/>
            <a:rect l="l" t="t" r="r" b="b"/>
            <a:pathLst>
              <a:path w="1" h="1" extrusionOk="0">
                <a:moveTo>
                  <a:pt x="1" y="0"/>
                </a:moveTo>
                <a:close/>
              </a:path>
            </a:pathLst>
          </a:custGeom>
          <a:gradFill>
            <a:gsLst>
              <a:gs pos="0">
                <a:srgbClr val="C2008B"/>
              </a:gs>
              <a:gs pos="100000">
                <a:srgbClr val="50009C"/>
              </a:gs>
            </a:gsLst>
            <a:lin ang="132009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a:off x="4484504" y="0"/>
            <a:ext cx="4659494" cy="1452739"/>
          </a:xfrm>
          <a:custGeom>
            <a:avLst/>
            <a:gdLst/>
            <a:ahLst/>
            <a:cxnLst/>
            <a:rect l="l" t="t" r="r" b="b"/>
            <a:pathLst>
              <a:path w="19023" h="5931" extrusionOk="0">
                <a:moveTo>
                  <a:pt x="609" y="0"/>
                </a:moveTo>
                <a:cubicBezTo>
                  <a:pt x="566" y="75"/>
                  <a:pt x="513" y="150"/>
                  <a:pt x="449" y="225"/>
                </a:cubicBezTo>
                <a:cubicBezTo>
                  <a:pt x="299" y="417"/>
                  <a:pt x="150" y="577"/>
                  <a:pt x="0" y="716"/>
                </a:cubicBezTo>
                <a:cubicBezTo>
                  <a:pt x="630" y="1014"/>
                  <a:pt x="1382" y="1231"/>
                  <a:pt x="2235" y="1231"/>
                </a:cubicBezTo>
                <a:cubicBezTo>
                  <a:pt x="2452" y="1231"/>
                  <a:pt x="2676" y="1217"/>
                  <a:pt x="2906" y="1186"/>
                </a:cubicBezTo>
                <a:cubicBezTo>
                  <a:pt x="5036" y="928"/>
                  <a:pt x="6812" y="217"/>
                  <a:pt x="8042" y="217"/>
                </a:cubicBezTo>
                <a:cubicBezTo>
                  <a:pt x="8699" y="217"/>
                  <a:pt x="9200" y="420"/>
                  <a:pt x="9517" y="1004"/>
                </a:cubicBezTo>
                <a:cubicBezTo>
                  <a:pt x="10425" y="2670"/>
                  <a:pt x="8940" y="5789"/>
                  <a:pt x="10563" y="5928"/>
                </a:cubicBezTo>
                <a:cubicBezTo>
                  <a:pt x="10578" y="5930"/>
                  <a:pt x="10592" y="5930"/>
                  <a:pt x="10606" y="5930"/>
                </a:cubicBezTo>
                <a:cubicBezTo>
                  <a:pt x="11541" y="5930"/>
                  <a:pt x="12090" y="3555"/>
                  <a:pt x="12732" y="1998"/>
                </a:cubicBezTo>
                <a:cubicBezTo>
                  <a:pt x="13041" y="1224"/>
                  <a:pt x="13518" y="720"/>
                  <a:pt x="13946" y="720"/>
                </a:cubicBezTo>
                <a:cubicBezTo>
                  <a:pt x="14138" y="720"/>
                  <a:pt x="14320" y="822"/>
                  <a:pt x="14472" y="1047"/>
                </a:cubicBezTo>
                <a:cubicBezTo>
                  <a:pt x="15103" y="1987"/>
                  <a:pt x="14014" y="4102"/>
                  <a:pt x="15253" y="4882"/>
                </a:cubicBezTo>
                <a:cubicBezTo>
                  <a:pt x="15564" y="5077"/>
                  <a:pt x="15837" y="5146"/>
                  <a:pt x="16097" y="5146"/>
                </a:cubicBezTo>
                <a:cubicBezTo>
                  <a:pt x="16701" y="5146"/>
                  <a:pt x="17230" y="4776"/>
                  <a:pt x="17987" y="4776"/>
                </a:cubicBezTo>
                <a:cubicBezTo>
                  <a:pt x="18202" y="4776"/>
                  <a:pt x="18434" y="4806"/>
                  <a:pt x="18692" y="4882"/>
                </a:cubicBezTo>
                <a:cubicBezTo>
                  <a:pt x="18830" y="4924"/>
                  <a:pt x="18927" y="4977"/>
                  <a:pt x="19022" y="5042"/>
                </a:cubicBezTo>
                <a:lnTo>
                  <a:pt x="19022" y="0"/>
                </a:lnTo>
                <a:close/>
              </a:path>
            </a:pathLst>
          </a:custGeom>
          <a:gradFill>
            <a:gsLst>
              <a:gs pos="0">
                <a:schemeClr val="accent1"/>
              </a:gs>
              <a:gs pos="100000">
                <a:schemeClr val="accent2"/>
              </a:gs>
            </a:gsLst>
            <a:path path="circle">
              <a:fillToRect l="50000" t="50000" r="50000" b="50000"/>
            </a:path>
            <a:tileRect/>
          </a:gradFill>
          <a:ln>
            <a:noFill/>
          </a:ln>
          <a:effectLst>
            <a:outerShdw blurRad="114300" dist="47625" dir="7560000" algn="bl" rotWithShape="0">
              <a:srgbClr val="000000">
                <a:alpha val="5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a:off x="0" y="0"/>
            <a:ext cx="4733407" cy="1794523"/>
          </a:xfrm>
          <a:custGeom>
            <a:avLst/>
            <a:gdLst/>
            <a:ahLst/>
            <a:cxnLst/>
            <a:rect l="l" t="t" r="r" b="b"/>
            <a:pathLst>
              <a:path w="14932" h="5661" extrusionOk="0">
                <a:moveTo>
                  <a:pt x="10232" y="0"/>
                </a:moveTo>
                <a:lnTo>
                  <a:pt x="10168" y="97"/>
                </a:lnTo>
                <a:cubicBezTo>
                  <a:pt x="9611" y="647"/>
                  <a:pt x="9059" y="826"/>
                  <a:pt x="8530" y="826"/>
                </a:cubicBezTo>
                <a:cubicBezTo>
                  <a:pt x="7549" y="826"/>
                  <a:pt x="6648" y="213"/>
                  <a:pt x="5941" y="213"/>
                </a:cubicBezTo>
                <a:cubicBezTo>
                  <a:pt x="5712" y="213"/>
                  <a:pt x="5503" y="278"/>
                  <a:pt x="5319" y="449"/>
                </a:cubicBezTo>
                <a:cubicBezTo>
                  <a:pt x="4529" y="1196"/>
                  <a:pt x="5939" y="3557"/>
                  <a:pt x="4967" y="3963"/>
                </a:cubicBezTo>
                <a:cubicBezTo>
                  <a:pt x="4897" y="3992"/>
                  <a:pt x="4828" y="4005"/>
                  <a:pt x="4759" y="4005"/>
                </a:cubicBezTo>
                <a:cubicBezTo>
                  <a:pt x="3902" y="4005"/>
                  <a:pt x="3144" y="1939"/>
                  <a:pt x="1350" y="1939"/>
                </a:cubicBezTo>
                <a:cubicBezTo>
                  <a:pt x="1197" y="1939"/>
                  <a:pt x="1035" y="1954"/>
                  <a:pt x="866" y="1987"/>
                </a:cubicBezTo>
                <a:cubicBezTo>
                  <a:pt x="588" y="2041"/>
                  <a:pt x="299" y="2158"/>
                  <a:pt x="0" y="2307"/>
                </a:cubicBezTo>
                <a:lnTo>
                  <a:pt x="0" y="3781"/>
                </a:lnTo>
                <a:cubicBezTo>
                  <a:pt x="1324" y="4420"/>
                  <a:pt x="4045" y="5660"/>
                  <a:pt x="5454" y="5660"/>
                </a:cubicBezTo>
                <a:cubicBezTo>
                  <a:pt x="5693" y="5660"/>
                  <a:pt x="5895" y="5625"/>
                  <a:pt x="6045" y="5544"/>
                </a:cubicBezTo>
                <a:cubicBezTo>
                  <a:pt x="7391" y="4818"/>
                  <a:pt x="5597" y="1773"/>
                  <a:pt x="6772" y="1709"/>
                </a:cubicBezTo>
                <a:cubicBezTo>
                  <a:pt x="6787" y="1708"/>
                  <a:pt x="6803" y="1708"/>
                  <a:pt x="6818" y="1708"/>
                </a:cubicBezTo>
                <a:cubicBezTo>
                  <a:pt x="7886" y="1708"/>
                  <a:pt x="8769" y="3344"/>
                  <a:pt x="9571" y="3344"/>
                </a:cubicBezTo>
                <a:cubicBezTo>
                  <a:pt x="9635" y="3344"/>
                  <a:pt x="9699" y="3334"/>
                  <a:pt x="9762" y="3311"/>
                </a:cubicBezTo>
                <a:cubicBezTo>
                  <a:pt x="10638" y="3002"/>
                  <a:pt x="9613" y="930"/>
                  <a:pt x="10393" y="780"/>
                </a:cubicBezTo>
                <a:cubicBezTo>
                  <a:pt x="10419" y="775"/>
                  <a:pt x="10447" y="773"/>
                  <a:pt x="10475" y="773"/>
                </a:cubicBezTo>
                <a:cubicBezTo>
                  <a:pt x="10969" y="773"/>
                  <a:pt x="11706" y="1502"/>
                  <a:pt x="12665" y="1502"/>
                </a:cubicBezTo>
                <a:cubicBezTo>
                  <a:pt x="13278" y="1502"/>
                  <a:pt x="13983" y="1203"/>
                  <a:pt x="14772" y="225"/>
                </a:cubicBezTo>
                <a:cubicBezTo>
                  <a:pt x="14836" y="150"/>
                  <a:pt x="14889" y="75"/>
                  <a:pt x="14932" y="0"/>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47625" dir="7560000" algn="bl" rotWithShape="0">
              <a:srgbClr val="000000">
                <a:alpha val="5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2430680" y="3561676"/>
            <a:ext cx="6232008" cy="1581823"/>
          </a:xfrm>
          <a:custGeom>
            <a:avLst/>
            <a:gdLst/>
            <a:ahLst/>
            <a:cxnLst/>
            <a:rect l="l" t="t" r="r" b="b"/>
            <a:pathLst>
              <a:path w="25443" h="6458" extrusionOk="0">
                <a:moveTo>
                  <a:pt x="19506" y="0"/>
                </a:moveTo>
                <a:cubicBezTo>
                  <a:pt x="18504" y="0"/>
                  <a:pt x="17580" y="416"/>
                  <a:pt x="16940" y="1662"/>
                </a:cubicBezTo>
                <a:cubicBezTo>
                  <a:pt x="15960" y="3553"/>
                  <a:pt x="15173" y="4058"/>
                  <a:pt x="14466" y="4058"/>
                </a:cubicBezTo>
                <a:cubicBezTo>
                  <a:pt x="13971" y="4058"/>
                  <a:pt x="13517" y="3810"/>
                  <a:pt x="13064" y="3617"/>
                </a:cubicBezTo>
                <a:cubicBezTo>
                  <a:pt x="12284" y="3284"/>
                  <a:pt x="9880" y="1600"/>
                  <a:pt x="7770" y="1600"/>
                </a:cubicBezTo>
                <a:cubicBezTo>
                  <a:pt x="6901" y="1600"/>
                  <a:pt x="6083" y="1885"/>
                  <a:pt x="5448" y="2666"/>
                </a:cubicBezTo>
                <a:cubicBezTo>
                  <a:pt x="3646" y="4903"/>
                  <a:pt x="3718" y="5547"/>
                  <a:pt x="3297" y="5547"/>
                </a:cubicBezTo>
                <a:cubicBezTo>
                  <a:pt x="3211" y="5547"/>
                  <a:pt x="3106" y="5520"/>
                  <a:pt x="2960" y="5475"/>
                </a:cubicBezTo>
                <a:cubicBezTo>
                  <a:pt x="2529" y="5337"/>
                  <a:pt x="1913" y="5064"/>
                  <a:pt x="1348" y="5064"/>
                </a:cubicBezTo>
                <a:cubicBezTo>
                  <a:pt x="778" y="5064"/>
                  <a:pt x="258" y="5342"/>
                  <a:pt x="33" y="6319"/>
                </a:cubicBezTo>
                <a:cubicBezTo>
                  <a:pt x="12" y="6372"/>
                  <a:pt x="12" y="6415"/>
                  <a:pt x="1" y="6458"/>
                </a:cubicBezTo>
                <a:lnTo>
                  <a:pt x="6665" y="6458"/>
                </a:lnTo>
                <a:cubicBezTo>
                  <a:pt x="7497" y="5643"/>
                  <a:pt x="9143" y="4331"/>
                  <a:pt x="11189" y="4331"/>
                </a:cubicBezTo>
                <a:cubicBezTo>
                  <a:pt x="11666" y="4331"/>
                  <a:pt x="12164" y="4402"/>
                  <a:pt x="12679" y="4568"/>
                </a:cubicBezTo>
                <a:cubicBezTo>
                  <a:pt x="14653" y="5199"/>
                  <a:pt x="16000" y="5536"/>
                  <a:pt x="16876" y="5536"/>
                </a:cubicBezTo>
                <a:cubicBezTo>
                  <a:pt x="17644" y="5536"/>
                  <a:pt x="18051" y="5276"/>
                  <a:pt x="18201" y="4727"/>
                </a:cubicBezTo>
                <a:cubicBezTo>
                  <a:pt x="18505" y="3564"/>
                  <a:pt x="18438" y="1329"/>
                  <a:pt x="20084" y="1329"/>
                </a:cubicBezTo>
                <a:cubicBezTo>
                  <a:pt x="20114" y="1329"/>
                  <a:pt x="20145" y="1329"/>
                  <a:pt x="20177" y="1331"/>
                </a:cubicBezTo>
                <a:cubicBezTo>
                  <a:pt x="21738" y="1399"/>
                  <a:pt x="22985" y="2883"/>
                  <a:pt x="24430" y="2883"/>
                </a:cubicBezTo>
                <a:cubicBezTo>
                  <a:pt x="24587" y="2883"/>
                  <a:pt x="24746" y="2865"/>
                  <a:pt x="24908" y="2826"/>
                </a:cubicBezTo>
                <a:cubicBezTo>
                  <a:pt x="25357" y="2719"/>
                  <a:pt x="25442" y="2228"/>
                  <a:pt x="25432" y="1545"/>
                </a:cubicBezTo>
                <a:lnTo>
                  <a:pt x="25432" y="1545"/>
                </a:lnTo>
                <a:cubicBezTo>
                  <a:pt x="25281" y="1615"/>
                  <a:pt x="25103" y="1657"/>
                  <a:pt x="24892" y="1657"/>
                </a:cubicBezTo>
                <a:cubicBezTo>
                  <a:pt x="24655" y="1657"/>
                  <a:pt x="24376" y="1605"/>
                  <a:pt x="24043" y="1480"/>
                </a:cubicBezTo>
                <a:cubicBezTo>
                  <a:pt x="22883" y="1048"/>
                  <a:pt x="21096" y="0"/>
                  <a:pt x="19506" y="0"/>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47625" dir="7560000" algn="bl" rotWithShape="0">
              <a:srgbClr val="000000">
                <a:alpha val="5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0" y="0"/>
            <a:ext cx="3243835" cy="1269575"/>
          </a:xfrm>
          <a:custGeom>
            <a:avLst/>
            <a:gdLst/>
            <a:ahLst/>
            <a:cxnLst/>
            <a:rect l="l" t="t" r="r" b="b"/>
            <a:pathLst>
              <a:path w="10233" h="4005" extrusionOk="0">
                <a:moveTo>
                  <a:pt x="0" y="0"/>
                </a:moveTo>
                <a:lnTo>
                  <a:pt x="0" y="2307"/>
                </a:lnTo>
                <a:cubicBezTo>
                  <a:pt x="299" y="2158"/>
                  <a:pt x="588" y="2041"/>
                  <a:pt x="866" y="1987"/>
                </a:cubicBezTo>
                <a:cubicBezTo>
                  <a:pt x="1035" y="1954"/>
                  <a:pt x="1197" y="1939"/>
                  <a:pt x="1350" y="1939"/>
                </a:cubicBezTo>
                <a:cubicBezTo>
                  <a:pt x="3144" y="1939"/>
                  <a:pt x="3902" y="4005"/>
                  <a:pt x="4759" y="4005"/>
                </a:cubicBezTo>
                <a:cubicBezTo>
                  <a:pt x="4828" y="4005"/>
                  <a:pt x="4897" y="3992"/>
                  <a:pt x="4967" y="3963"/>
                </a:cubicBezTo>
                <a:cubicBezTo>
                  <a:pt x="5939" y="3557"/>
                  <a:pt x="4529" y="1196"/>
                  <a:pt x="5319" y="449"/>
                </a:cubicBezTo>
                <a:cubicBezTo>
                  <a:pt x="5503" y="278"/>
                  <a:pt x="5712" y="213"/>
                  <a:pt x="5941" y="213"/>
                </a:cubicBezTo>
                <a:cubicBezTo>
                  <a:pt x="6648" y="213"/>
                  <a:pt x="7549" y="826"/>
                  <a:pt x="8530" y="826"/>
                </a:cubicBezTo>
                <a:cubicBezTo>
                  <a:pt x="9059" y="826"/>
                  <a:pt x="9611" y="647"/>
                  <a:pt x="10168" y="97"/>
                </a:cubicBezTo>
                <a:lnTo>
                  <a:pt x="10232" y="0"/>
                </a:lnTo>
                <a:close/>
              </a:path>
            </a:pathLst>
          </a:custGeom>
          <a:gradFill>
            <a:gsLst>
              <a:gs pos="0">
                <a:schemeClr val="accent1"/>
              </a:gs>
              <a:gs pos="100000">
                <a:schemeClr val="accent2"/>
              </a:gs>
            </a:gsLst>
            <a:path path="circle">
              <a:fillToRect l="50000" t="50000" r="50000" b="50000"/>
            </a:path>
            <a:tileRect/>
          </a:gradFill>
          <a:ln>
            <a:noFill/>
          </a:ln>
          <a:effectLst>
            <a:outerShdw blurRad="14287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4063207" y="2603225"/>
            <a:ext cx="5080790" cy="2540273"/>
          </a:xfrm>
          <a:custGeom>
            <a:avLst/>
            <a:gdLst/>
            <a:ahLst/>
            <a:cxnLst/>
            <a:rect l="l" t="t" r="r" b="b"/>
            <a:pathLst>
              <a:path w="20743" h="10371" extrusionOk="0">
                <a:moveTo>
                  <a:pt x="20742" y="0"/>
                </a:moveTo>
                <a:cubicBezTo>
                  <a:pt x="16951" y="1207"/>
                  <a:pt x="19814" y="6366"/>
                  <a:pt x="18243" y="6739"/>
                </a:cubicBezTo>
                <a:cubicBezTo>
                  <a:pt x="18081" y="6778"/>
                  <a:pt x="17922" y="6796"/>
                  <a:pt x="17765" y="6796"/>
                </a:cubicBezTo>
                <a:cubicBezTo>
                  <a:pt x="16320" y="6796"/>
                  <a:pt x="15073" y="5312"/>
                  <a:pt x="13512" y="5244"/>
                </a:cubicBezTo>
                <a:cubicBezTo>
                  <a:pt x="13480" y="5242"/>
                  <a:pt x="13449" y="5242"/>
                  <a:pt x="13419" y="5242"/>
                </a:cubicBezTo>
                <a:cubicBezTo>
                  <a:pt x="11773" y="5242"/>
                  <a:pt x="11840" y="7477"/>
                  <a:pt x="11536" y="8640"/>
                </a:cubicBezTo>
                <a:cubicBezTo>
                  <a:pt x="11386" y="9189"/>
                  <a:pt x="10979" y="9449"/>
                  <a:pt x="10211" y="9449"/>
                </a:cubicBezTo>
                <a:cubicBezTo>
                  <a:pt x="9335" y="9449"/>
                  <a:pt x="7988" y="9112"/>
                  <a:pt x="6014" y="8481"/>
                </a:cubicBezTo>
                <a:cubicBezTo>
                  <a:pt x="5499" y="8315"/>
                  <a:pt x="5001" y="8244"/>
                  <a:pt x="4524" y="8244"/>
                </a:cubicBezTo>
                <a:cubicBezTo>
                  <a:pt x="2478" y="8244"/>
                  <a:pt x="832" y="9556"/>
                  <a:pt x="0" y="10371"/>
                </a:cubicBezTo>
                <a:lnTo>
                  <a:pt x="20742" y="10371"/>
                </a:lnTo>
                <a:lnTo>
                  <a:pt x="20742" y="0"/>
                </a:lnTo>
                <a:close/>
              </a:path>
            </a:pathLst>
          </a:custGeom>
          <a:gradFill>
            <a:gsLst>
              <a:gs pos="0">
                <a:schemeClr val="accent1"/>
              </a:gs>
              <a:gs pos="100000">
                <a:schemeClr val="accent2"/>
              </a:gs>
            </a:gsLst>
            <a:path path="circle">
              <a:fillToRect l="50000" t="50000" r="50000" b="50000"/>
            </a:path>
            <a:tileRect/>
          </a:gradFill>
          <a:ln>
            <a:noFill/>
          </a:ln>
          <a:effectLst>
            <a:outerShdw blurRad="114300" dist="47625" dir="7560000" algn="bl" rotWithShape="0">
              <a:srgbClr val="000000">
                <a:alpha val="5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1_Título y objetos">
    <p:bg>
      <p:bgPr>
        <a:gradFill>
          <a:gsLst>
            <a:gs pos="0">
              <a:schemeClr val="accent1"/>
            </a:gs>
            <a:gs pos="100000">
              <a:schemeClr val="accent2"/>
            </a:gs>
          </a:gsLst>
          <a:path path="circle">
            <a:fillToRect l="50000" t="50000" r="50000" b="50000"/>
          </a:path>
          <a:tileRect/>
        </a:gradFill>
        <a:effectLst/>
      </p:bgPr>
    </p:bg>
    <p:spTree>
      <p:nvGrpSpPr>
        <p:cNvPr id="1" name="Shape 54"/>
        <p:cNvGrpSpPr/>
        <p:nvPr/>
      </p:nvGrpSpPr>
      <p:grpSpPr>
        <a:xfrm>
          <a:off x="0" y="0"/>
          <a:ext cx="0" cy="0"/>
          <a:chOff x="0" y="0"/>
          <a:chExt cx="0" cy="0"/>
        </a:xfrm>
      </p:grpSpPr>
      <p:sp>
        <p:nvSpPr>
          <p:cNvPr id="55" name="Google Shape;55;p5"/>
          <p:cNvSpPr txBox="1">
            <a:spLocks noGrp="1"/>
          </p:cNvSpPr>
          <p:nvPr>
            <p:ph type="subTitle" idx="1"/>
          </p:nvPr>
        </p:nvSpPr>
        <p:spPr>
          <a:xfrm flipH="1">
            <a:off x="1822094" y="2958919"/>
            <a:ext cx="5501100" cy="233700"/>
          </a:xfrm>
          <a:prstGeom prst="rect">
            <a:avLst/>
          </a:prstGeom>
        </p:spPr>
        <p:txBody>
          <a:bodyPr spcFirstLastPara="1" wrap="square" lIns="68575" tIns="34275" rIns="68575" bIns="34275" anchor="t" anchorCtr="0">
            <a:noAutofit/>
          </a:bodyPr>
          <a:lstStyle>
            <a:lvl1pPr lvl="0" rtl="0">
              <a:lnSpc>
                <a:spcPct val="100000"/>
              </a:lnSpc>
              <a:spcBef>
                <a:spcPts val="800"/>
              </a:spcBef>
              <a:spcAft>
                <a:spcPts val="0"/>
              </a:spcAft>
              <a:buClr>
                <a:srgbClr val="FFFFFF"/>
              </a:buClr>
              <a:buSzPts val="1200"/>
              <a:buFont typeface="Squada One"/>
              <a:buNone/>
              <a:defRPr sz="1200">
                <a:solidFill>
                  <a:srgbClr val="FFFFFF"/>
                </a:solidFill>
                <a:latin typeface="Squada One"/>
                <a:ea typeface="Squada One"/>
                <a:cs typeface="Squada One"/>
                <a:sym typeface="Squada One"/>
              </a:defRPr>
            </a:lvl1pPr>
            <a:lvl2pPr lvl="1"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2pPr>
            <a:lvl3pPr lvl="2"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3pPr>
            <a:lvl4pPr lvl="3"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4pPr>
            <a:lvl5pPr lvl="4"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5pPr>
            <a:lvl6pPr lvl="5"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6pPr>
            <a:lvl7pPr lvl="6"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7pPr>
            <a:lvl8pPr lvl="7"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8pPr>
            <a:lvl9pPr lvl="8" rtl="0">
              <a:lnSpc>
                <a:spcPct val="100000"/>
              </a:lnSpc>
              <a:spcBef>
                <a:spcPts val="400"/>
              </a:spcBef>
              <a:spcAft>
                <a:spcPts val="0"/>
              </a:spcAft>
              <a:buClr>
                <a:srgbClr val="FFFFFF"/>
              </a:buClr>
              <a:buSzPts val="1200"/>
              <a:buFont typeface="Nunito Sans ExtraBold"/>
              <a:buNone/>
              <a:defRPr sz="1200">
                <a:solidFill>
                  <a:srgbClr val="FFFFFF"/>
                </a:solidFill>
                <a:latin typeface="Nunito Sans ExtraBold"/>
                <a:ea typeface="Nunito Sans ExtraBold"/>
                <a:cs typeface="Nunito Sans ExtraBold"/>
                <a:sym typeface="Nunito Sans ExtraBold"/>
              </a:defRPr>
            </a:lvl9pPr>
          </a:lstStyle>
          <a:p>
            <a:endParaRPr/>
          </a:p>
        </p:txBody>
      </p:sp>
      <p:sp>
        <p:nvSpPr>
          <p:cNvPr id="56" name="Google Shape;56;p5"/>
          <p:cNvSpPr txBox="1">
            <a:spLocks noGrp="1"/>
          </p:cNvSpPr>
          <p:nvPr>
            <p:ph type="subTitle" idx="2"/>
          </p:nvPr>
        </p:nvSpPr>
        <p:spPr>
          <a:xfrm>
            <a:off x="1820800" y="2848425"/>
            <a:ext cx="4110900" cy="233700"/>
          </a:xfrm>
          <a:prstGeom prst="rect">
            <a:avLst/>
          </a:prstGeom>
        </p:spPr>
        <p:txBody>
          <a:bodyPr spcFirstLastPara="1" wrap="square" lIns="68575" tIns="34275" rIns="68575" bIns="34275" anchor="b" anchorCtr="0">
            <a:noAutofit/>
          </a:bodyPr>
          <a:lstStyle>
            <a:lvl1pPr lvl="0" rtl="0">
              <a:lnSpc>
                <a:spcPct val="100000"/>
              </a:lnSpc>
              <a:spcBef>
                <a:spcPts val="800"/>
              </a:spcBef>
              <a:spcAft>
                <a:spcPts val="0"/>
              </a:spcAft>
              <a:buClr>
                <a:srgbClr val="FFFFFF"/>
              </a:buClr>
              <a:buSzPts val="1600"/>
              <a:buNone/>
              <a:defRPr sz="1600">
                <a:solidFill>
                  <a:srgbClr val="FFFFFF"/>
                </a:solidFill>
              </a:defRPr>
            </a:lvl1pPr>
            <a:lvl2pPr lvl="1" rtl="0">
              <a:lnSpc>
                <a:spcPct val="100000"/>
              </a:lnSpc>
              <a:spcBef>
                <a:spcPts val="400"/>
              </a:spcBef>
              <a:spcAft>
                <a:spcPts val="0"/>
              </a:spcAft>
              <a:buClr>
                <a:srgbClr val="FFFFFF"/>
              </a:buClr>
              <a:buSzPts val="900"/>
              <a:buNone/>
              <a:defRPr>
                <a:solidFill>
                  <a:srgbClr val="FFFFFF"/>
                </a:solidFill>
              </a:defRPr>
            </a:lvl2pPr>
            <a:lvl3pPr lvl="2" rtl="0">
              <a:lnSpc>
                <a:spcPct val="100000"/>
              </a:lnSpc>
              <a:spcBef>
                <a:spcPts val="400"/>
              </a:spcBef>
              <a:spcAft>
                <a:spcPts val="0"/>
              </a:spcAft>
              <a:buClr>
                <a:srgbClr val="FFFFFF"/>
              </a:buClr>
              <a:buSzPts val="900"/>
              <a:buNone/>
              <a:defRPr>
                <a:solidFill>
                  <a:srgbClr val="FFFFFF"/>
                </a:solidFill>
              </a:defRPr>
            </a:lvl3pPr>
            <a:lvl4pPr lvl="3" rtl="0">
              <a:lnSpc>
                <a:spcPct val="100000"/>
              </a:lnSpc>
              <a:spcBef>
                <a:spcPts val="400"/>
              </a:spcBef>
              <a:spcAft>
                <a:spcPts val="0"/>
              </a:spcAft>
              <a:buClr>
                <a:srgbClr val="FFFFFF"/>
              </a:buClr>
              <a:buSzPts val="900"/>
              <a:buNone/>
              <a:defRPr>
                <a:solidFill>
                  <a:srgbClr val="FFFFFF"/>
                </a:solidFill>
              </a:defRPr>
            </a:lvl4pPr>
            <a:lvl5pPr lvl="4" rtl="0">
              <a:lnSpc>
                <a:spcPct val="100000"/>
              </a:lnSpc>
              <a:spcBef>
                <a:spcPts val="400"/>
              </a:spcBef>
              <a:spcAft>
                <a:spcPts val="0"/>
              </a:spcAft>
              <a:buClr>
                <a:srgbClr val="FFFFFF"/>
              </a:buClr>
              <a:buSzPts val="900"/>
              <a:buNone/>
              <a:defRPr>
                <a:solidFill>
                  <a:srgbClr val="FFFFFF"/>
                </a:solidFill>
              </a:defRPr>
            </a:lvl5pPr>
            <a:lvl6pPr lvl="5" rtl="0">
              <a:lnSpc>
                <a:spcPct val="100000"/>
              </a:lnSpc>
              <a:spcBef>
                <a:spcPts val="400"/>
              </a:spcBef>
              <a:spcAft>
                <a:spcPts val="0"/>
              </a:spcAft>
              <a:buClr>
                <a:srgbClr val="FFFFFF"/>
              </a:buClr>
              <a:buSzPts val="900"/>
              <a:buNone/>
              <a:defRPr sz="900">
                <a:solidFill>
                  <a:srgbClr val="FFFFFF"/>
                </a:solidFill>
              </a:defRPr>
            </a:lvl6pPr>
            <a:lvl7pPr lvl="6" rtl="0">
              <a:lnSpc>
                <a:spcPct val="100000"/>
              </a:lnSpc>
              <a:spcBef>
                <a:spcPts val="400"/>
              </a:spcBef>
              <a:spcAft>
                <a:spcPts val="0"/>
              </a:spcAft>
              <a:buClr>
                <a:srgbClr val="FFFFFF"/>
              </a:buClr>
              <a:buSzPts val="900"/>
              <a:buNone/>
              <a:defRPr sz="900">
                <a:solidFill>
                  <a:srgbClr val="FFFFFF"/>
                </a:solidFill>
              </a:defRPr>
            </a:lvl7pPr>
            <a:lvl8pPr lvl="7" rtl="0">
              <a:lnSpc>
                <a:spcPct val="100000"/>
              </a:lnSpc>
              <a:spcBef>
                <a:spcPts val="400"/>
              </a:spcBef>
              <a:spcAft>
                <a:spcPts val="0"/>
              </a:spcAft>
              <a:buClr>
                <a:srgbClr val="FFFFFF"/>
              </a:buClr>
              <a:buSzPts val="900"/>
              <a:buNone/>
              <a:defRPr sz="900">
                <a:solidFill>
                  <a:srgbClr val="FFFFFF"/>
                </a:solidFill>
              </a:defRPr>
            </a:lvl8pPr>
            <a:lvl9pPr lvl="8" rtl="0">
              <a:lnSpc>
                <a:spcPct val="100000"/>
              </a:lnSpc>
              <a:spcBef>
                <a:spcPts val="400"/>
              </a:spcBef>
              <a:spcAft>
                <a:spcPts val="0"/>
              </a:spcAft>
              <a:buClr>
                <a:srgbClr val="FFFFFF"/>
              </a:buClr>
              <a:buSzPts val="900"/>
              <a:buNone/>
              <a:defRPr sz="900">
                <a:solidFill>
                  <a:srgbClr val="FFFFFF"/>
                </a:solidFill>
              </a:defRPr>
            </a:lvl9pPr>
          </a:lstStyle>
          <a:p>
            <a:endParaRPr/>
          </a:p>
        </p:txBody>
      </p:sp>
      <p:sp>
        <p:nvSpPr>
          <p:cNvPr id="57" name="Google Shape;57;p5"/>
          <p:cNvSpPr/>
          <p:nvPr/>
        </p:nvSpPr>
        <p:spPr>
          <a:xfrm>
            <a:off x="6279" y="2606319"/>
            <a:ext cx="4521" cy="6329"/>
          </a:xfrm>
          <a:custGeom>
            <a:avLst/>
            <a:gdLst/>
            <a:ahLst/>
            <a:cxnLst/>
            <a:rect l="l" t="t" r="r" b="b"/>
            <a:pathLst>
              <a:path w="60" h="84" extrusionOk="0">
                <a:moveTo>
                  <a:pt x="1" y="0"/>
                </a:moveTo>
                <a:lnTo>
                  <a:pt x="20" y="39"/>
                </a:lnTo>
                <a:lnTo>
                  <a:pt x="59" y="83"/>
                </a:lnTo>
                <a:lnTo>
                  <a:pt x="1" y="0"/>
                </a:lnTo>
                <a:close/>
              </a:path>
            </a:pathLst>
          </a:custGeom>
          <a:solidFill>
            <a:srgbClr val="14141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4847" y="5142018"/>
            <a:ext cx="7384" cy="75"/>
          </a:xfrm>
          <a:custGeom>
            <a:avLst/>
            <a:gdLst/>
            <a:ahLst/>
            <a:cxnLst/>
            <a:rect l="l" t="t" r="r" b="b"/>
            <a:pathLst>
              <a:path w="98" h="1" extrusionOk="0">
                <a:moveTo>
                  <a:pt x="98" y="0"/>
                </a:moveTo>
                <a:lnTo>
                  <a:pt x="0" y="0"/>
                </a:lnTo>
                <a:lnTo>
                  <a:pt x="0" y="0"/>
                </a:lnTo>
                <a:lnTo>
                  <a:pt x="78" y="0"/>
                </a:lnTo>
                <a:close/>
              </a:path>
            </a:pathLst>
          </a:custGeom>
          <a:solidFill>
            <a:srgbClr val="B0B0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6876874" y="3250835"/>
            <a:ext cx="2267119" cy="1892656"/>
          </a:xfrm>
          <a:custGeom>
            <a:avLst/>
            <a:gdLst/>
            <a:ahLst/>
            <a:cxnLst/>
            <a:rect l="l" t="t" r="r" b="b"/>
            <a:pathLst>
              <a:path w="9251" h="7723" extrusionOk="0">
                <a:moveTo>
                  <a:pt x="7830" y="1"/>
                </a:moveTo>
                <a:cubicBezTo>
                  <a:pt x="7787" y="22"/>
                  <a:pt x="7745" y="32"/>
                  <a:pt x="7702" y="65"/>
                </a:cubicBezTo>
                <a:cubicBezTo>
                  <a:pt x="6794" y="588"/>
                  <a:pt x="7745" y="1624"/>
                  <a:pt x="7050" y="2468"/>
                </a:cubicBezTo>
                <a:cubicBezTo>
                  <a:pt x="6131" y="3578"/>
                  <a:pt x="2543" y="3953"/>
                  <a:pt x="898" y="6089"/>
                </a:cubicBezTo>
                <a:cubicBezTo>
                  <a:pt x="546" y="6548"/>
                  <a:pt x="247" y="7114"/>
                  <a:pt x="1" y="7722"/>
                </a:cubicBezTo>
                <a:lnTo>
                  <a:pt x="9250" y="7722"/>
                </a:lnTo>
                <a:lnTo>
                  <a:pt x="9250" y="941"/>
                </a:lnTo>
                <a:cubicBezTo>
                  <a:pt x="8706" y="780"/>
                  <a:pt x="8215" y="481"/>
                  <a:pt x="7830"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6342869" y="0"/>
            <a:ext cx="2801122" cy="3481429"/>
          </a:xfrm>
          <a:custGeom>
            <a:avLst/>
            <a:gdLst/>
            <a:ahLst/>
            <a:cxnLst/>
            <a:rect l="l" t="t" r="r" b="b"/>
            <a:pathLst>
              <a:path w="11430" h="14206" extrusionOk="0">
                <a:moveTo>
                  <a:pt x="1" y="0"/>
                </a:moveTo>
                <a:cubicBezTo>
                  <a:pt x="1" y="0"/>
                  <a:pt x="541" y="1327"/>
                  <a:pt x="2842" y="1327"/>
                </a:cubicBezTo>
                <a:cubicBezTo>
                  <a:pt x="3168" y="1327"/>
                  <a:pt x="3530" y="1300"/>
                  <a:pt x="3931" y="1239"/>
                </a:cubicBezTo>
                <a:cubicBezTo>
                  <a:pt x="4809" y="1103"/>
                  <a:pt x="5648" y="961"/>
                  <a:pt x="6249" y="961"/>
                </a:cubicBezTo>
                <a:cubicBezTo>
                  <a:pt x="6972" y="961"/>
                  <a:pt x="7353" y="1167"/>
                  <a:pt x="7050" y="1837"/>
                </a:cubicBezTo>
                <a:cubicBezTo>
                  <a:pt x="6687" y="2628"/>
                  <a:pt x="4658" y="4411"/>
                  <a:pt x="4850" y="5244"/>
                </a:cubicBezTo>
                <a:cubicBezTo>
                  <a:pt x="4917" y="5546"/>
                  <a:pt x="5180" y="5658"/>
                  <a:pt x="5531" y="5658"/>
                </a:cubicBezTo>
                <a:cubicBezTo>
                  <a:pt x="6363" y="5658"/>
                  <a:pt x="7691" y="5032"/>
                  <a:pt x="8097" y="4806"/>
                </a:cubicBezTo>
                <a:cubicBezTo>
                  <a:pt x="8750" y="4436"/>
                  <a:pt x="9449" y="4208"/>
                  <a:pt x="9990" y="4208"/>
                </a:cubicBezTo>
                <a:cubicBezTo>
                  <a:pt x="10245" y="4208"/>
                  <a:pt x="10465" y="4259"/>
                  <a:pt x="10629" y="4368"/>
                </a:cubicBezTo>
                <a:cubicBezTo>
                  <a:pt x="11056" y="4657"/>
                  <a:pt x="10852" y="5469"/>
                  <a:pt x="10650" y="6163"/>
                </a:cubicBezTo>
                <a:cubicBezTo>
                  <a:pt x="10169" y="7797"/>
                  <a:pt x="9058" y="9794"/>
                  <a:pt x="9283" y="11429"/>
                </a:cubicBezTo>
                <a:cubicBezTo>
                  <a:pt x="9507" y="13084"/>
                  <a:pt x="10372" y="13885"/>
                  <a:pt x="11429" y="14206"/>
                </a:cubicBezTo>
                <a:lnTo>
                  <a:pt x="11429" y="0"/>
                </a:lnTo>
                <a:close/>
              </a:path>
            </a:pathLst>
          </a:custGeom>
          <a:gradFill>
            <a:gsLst>
              <a:gs pos="0">
                <a:schemeClr val="accent1"/>
              </a:gs>
              <a:gs pos="100000">
                <a:schemeClr val="accent2"/>
              </a:gs>
            </a:gsLst>
            <a:path path="circle">
              <a:fillToRect l="50000" t="50000" r="50000" b="50000"/>
            </a:path>
            <a:tileRect/>
          </a:gradFill>
          <a:ln>
            <a:noFill/>
          </a:ln>
          <a:effectLst>
            <a:outerShdw blurRad="242888"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3132193" y="0"/>
            <a:ext cx="840582" cy="541844"/>
          </a:xfrm>
          <a:custGeom>
            <a:avLst/>
            <a:gdLst/>
            <a:ahLst/>
            <a:cxnLst/>
            <a:rect l="l" t="t" r="r" b="b"/>
            <a:pathLst>
              <a:path w="3430" h="2211" extrusionOk="0">
                <a:moveTo>
                  <a:pt x="866" y="0"/>
                </a:moveTo>
                <a:cubicBezTo>
                  <a:pt x="685" y="630"/>
                  <a:pt x="407" y="1453"/>
                  <a:pt x="1" y="2211"/>
                </a:cubicBezTo>
                <a:cubicBezTo>
                  <a:pt x="887" y="2211"/>
                  <a:pt x="1603" y="2061"/>
                  <a:pt x="2052" y="1709"/>
                </a:cubicBezTo>
                <a:cubicBezTo>
                  <a:pt x="2724" y="1164"/>
                  <a:pt x="3163" y="577"/>
                  <a:pt x="342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12225" y="3506687"/>
            <a:ext cx="3952694" cy="1636806"/>
          </a:xfrm>
          <a:custGeom>
            <a:avLst/>
            <a:gdLst/>
            <a:ahLst/>
            <a:cxnLst/>
            <a:rect l="l" t="t" r="r" b="b"/>
            <a:pathLst>
              <a:path w="16129" h="6679" extrusionOk="0">
                <a:moveTo>
                  <a:pt x="3975" y="0"/>
                </a:moveTo>
                <a:cubicBezTo>
                  <a:pt x="2628" y="0"/>
                  <a:pt x="1115" y="710"/>
                  <a:pt x="0" y="1371"/>
                </a:cubicBezTo>
                <a:lnTo>
                  <a:pt x="0" y="6614"/>
                </a:lnTo>
                <a:lnTo>
                  <a:pt x="32" y="6678"/>
                </a:lnTo>
                <a:lnTo>
                  <a:pt x="16128" y="6678"/>
                </a:lnTo>
                <a:cubicBezTo>
                  <a:pt x="14985" y="5568"/>
                  <a:pt x="13010" y="4489"/>
                  <a:pt x="11717" y="4179"/>
                </a:cubicBezTo>
                <a:cubicBezTo>
                  <a:pt x="11467" y="4119"/>
                  <a:pt x="11220" y="4094"/>
                  <a:pt x="10978" y="4094"/>
                </a:cubicBezTo>
                <a:cubicBezTo>
                  <a:pt x="9403" y="4094"/>
                  <a:pt x="8030" y="5191"/>
                  <a:pt x="7299" y="5191"/>
                </a:cubicBezTo>
                <a:cubicBezTo>
                  <a:pt x="7159" y="5191"/>
                  <a:pt x="7043" y="5151"/>
                  <a:pt x="6953" y="5055"/>
                </a:cubicBezTo>
                <a:cubicBezTo>
                  <a:pt x="6324" y="4383"/>
                  <a:pt x="7584" y="1947"/>
                  <a:pt x="5661" y="516"/>
                </a:cubicBezTo>
                <a:cubicBezTo>
                  <a:pt x="5169" y="148"/>
                  <a:pt x="4589" y="0"/>
                  <a:pt x="3975" y="0"/>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12225" y="0"/>
            <a:ext cx="3332183" cy="3515493"/>
          </a:xfrm>
          <a:custGeom>
            <a:avLst/>
            <a:gdLst/>
            <a:ahLst/>
            <a:cxnLst/>
            <a:rect l="l" t="t" r="r" b="b"/>
            <a:pathLst>
              <a:path w="13597" h="14345" extrusionOk="0">
                <a:moveTo>
                  <a:pt x="0" y="0"/>
                </a:moveTo>
                <a:lnTo>
                  <a:pt x="0" y="14344"/>
                </a:lnTo>
                <a:cubicBezTo>
                  <a:pt x="96" y="14227"/>
                  <a:pt x="182" y="14024"/>
                  <a:pt x="235" y="13703"/>
                </a:cubicBezTo>
                <a:cubicBezTo>
                  <a:pt x="770" y="10734"/>
                  <a:pt x="3269" y="11887"/>
                  <a:pt x="4304" y="10542"/>
                </a:cubicBezTo>
                <a:cubicBezTo>
                  <a:pt x="5714" y="8705"/>
                  <a:pt x="2852" y="5992"/>
                  <a:pt x="3803" y="5426"/>
                </a:cubicBezTo>
                <a:cubicBezTo>
                  <a:pt x="4120" y="5239"/>
                  <a:pt x="4417" y="5205"/>
                  <a:pt x="4692" y="5205"/>
                </a:cubicBezTo>
                <a:cubicBezTo>
                  <a:pt x="4854" y="5205"/>
                  <a:pt x="5008" y="5216"/>
                  <a:pt x="5154" y="5216"/>
                </a:cubicBezTo>
                <a:cubicBezTo>
                  <a:pt x="5513" y="5216"/>
                  <a:pt x="5823" y="5144"/>
                  <a:pt x="6077" y="4646"/>
                </a:cubicBezTo>
                <a:cubicBezTo>
                  <a:pt x="6184" y="4454"/>
                  <a:pt x="6195" y="4133"/>
                  <a:pt x="6206" y="3791"/>
                </a:cubicBezTo>
                <a:cubicBezTo>
                  <a:pt x="6215" y="3268"/>
                  <a:pt x="6188" y="2759"/>
                  <a:pt x="6684" y="2759"/>
                </a:cubicBezTo>
                <a:cubicBezTo>
                  <a:pt x="6795" y="2759"/>
                  <a:pt x="6933" y="2784"/>
                  <a:pt x="7103" y="2841"/>
                </a:cubicBezTo>
                <a:cubicBezTo>
                  <a:pt x="7923" y="3126"/>
                  <a:pt x="8678" y="4427"/>
                  <a:pt x="9937" y="4427"/>
                </a:cubicBezTo>
                <a:cubicBezTo>
                  <a:pt x="10285" y="4427"/>
                  <a:pt x="10672" y="4327"/>
                  <a:pt x="11109" y="4080"/>
                </a:cubicBezTo>
                <a:cubicBezTo>
                  <a:pt x="12465" y="3321"/>
                  <a:pt x="13234" y="1282"/>
                  <a:pt x="13597"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EXT">
  <p:cSld name="1_Título y objetos_3">
    <p:bg>
      <p:bgPr>
        <a:gradFill>
          <a:gsLst>
            <a:gs pos="0">
              <a:schemeClr val="accent1"/>
            </a:gs>
            <a:gs pos="100000">
              <a:schemeClr val="accent2"/>
            </a:gs>
          </a:gsLst>
          <a:path path="circle">
            <a:fillToRect l="50000" t="50000" r="50000" b="50000"/>
          </a:path>
          <a:tileRect/>
        </a:gradFill>
        <a:effectLst/>
      </p:bgPr>
    </p:bg>
    <p:spTree>
      <p:nvGrpSpPr>
        <p:cNvPr id="1" name="Shape 64"/>
        <p:cNvGrpSpPr/>
        <p:nvPr/>
      </p:nvGrpSpPr>
      <p:grpSpPr>
        <a:xfrm>
          <a:off x="0" y="0"/>
          <a:ext cx="0" cy="0"/>
          <a:chOff x="0" y="0"/>
          <a:chExt cx="0" cy="0"/>
        </a:xfrm>
      </p:grpSpPr>
      <p:sp>
        <p:nvSpPr>
          <p:cNvPr id="65" name="Google Shape;65;p6"/>
          <p:cNvSpPr/>
          <p:nvPr/>
        </p:nvSpPr>
        <p:spPr>
          <a:xfrm>
            <a:off x="131100" y="1547550"/>
            <a:ext cx="4365300" cy="20484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flipH="1">
            <a:off x="12225" y="3250835"/>
            <a:ext cx="2267119" cy="1892656"/>
          </a:xfrm>
          <a:custGeom>
            <a:avLst/>
            <a:gdLst/>
            <a:ahLst/>
            <a:cxnLst/>
            <a:rect l="l" t="t" r="r" b="b"/>
            <a:pathLst>
              <a:path w="9251" h="7723" extrusionOk="0">
                <a:moveTo>
                  <a:pt x="7830" y="1"/>
                </a:moveTo>
                <a:cubicBezTo>
                  <a:pt x="7787" y="22"/>
                  <a:pt x="7745" y="32"/>
                  <a:pt x="7702" y="65"/>
                </a:cubicBezTo>
                <a:cubicBezTo>
                  <a:pt x="6794" y="588"/>
                  <a:pt x="7745" y="1624"/>
                  <a:pt x="7050" y="2468"/>
                </a:cubicBezTo>
                <a:cubicBezTo>
                  <a:pt x="6131" y="3578"/>
                  <a:pt x="2543" y="3953"/>
                  <a:pt x="898" y="6089"/>
                </a:cubicBezTo>
                <a:cubicBezTo>
                  <a:pt x="546" y="6548"/>
                  <a:pt x="247" y="7114"/>
                  <a:pt x="1" y="7722"/>
                </a:cubicBezTo>
                <a:lnTo>
                  <a:pt x="9250" y="7722"/>
                </a:lnTo>
                <a:lnTo>
                  <a:pt x="9250" y="941"/>
                </a:lnTo>
                <a:cubicBezTo>
                  <a:pt x="8706" y="780"/>
                  <a:pt x="8215" y="481"/>
                  <a:pt x="7830"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flipH="1">
            <a:off x="12227" y="0"/>
            <a:ext cx="2801122" cy="3481429"/>
          </a:xfrm>
          <a:custGeom>
            <a:avLst/>
            <a:gdLst/>
            <a:ahLst/>
            <a:cxnLst/>
            <a:rect l="l" t="t" r="r" b="b"/>
            <a:pathLst>
              <a:path w="11430" h="14206" extrusionOk="0">
                <a:moveTo>
                  <a:pt x="1" y="0"/>
                </a:moveTo>
                <a:cubicBezTo>
                  <a:pt x="1" y="0"/>
                  <a:pt x="541" y="1327"/>
                  <a:pt x="2842" y="1327"/>
                </a:cubicBezTo>
                <a:cubicBezTo>
                  <a:pt x="3168" y="1327"/>
                  <a:pt x="3530" y="1300"/>
                  <a:pt x="3931" y="1239"/>
                </a:cubicBezTo>
                <a:cubicBezTo>
                  <a:pt x="4809" y="1103"/>
                  <a:pt x="5648" y="961"/>
                  <a:pt x="6249" y="961"/>
                </a:cubicBezTo>
                <a:cubicBezTo>
                  <a:pt x="6972" y="961"/>
                  <a:pt x="7353" y="1167"/>
                  <a:pt x="7050" y="1837"/>
                </a:cubicBezTo>
                <a:cubicBezTo>
                  <a:pt x="6687" y="2628"/>
                  <a:pt x="4658" y="4411"/>
                  <a:pt x="4850" y="5244"/>
                </a:cubicBezTo>
                <a:cubicBezTo>
                  <a:pt x="4917" y="5546"/>
                  <a:pt x="5180" y="5658"/>
                  <a:pt x="5531" y="5658"/>
                </a:cubicBezTo>
                <a:cubicBezTo>
                  <a:pt x="6363" y="5658"/>
                  <a:pt x="7691" y="5032"/>
                  <a:pt x="8097" y="4806"/>
                </a:cubicBezTo>
                <a:cubicBezTo>
                  <a:pt x="8750" y="4436"/>
                  <a:pt x="9449" y="4208"/>
                  <a:pt x="9990" y="4208"/>
                </a:cubicBezTo>
                <a:cubicBezTo>
                  <a:pt x="10245" y="4208"/>
                  <a:pt x="10465" y="4259"/>
                  <a:pt x="10629" y="4368"/>
                </a:cubicBezTo>
                <a:cubicBezTo>
                  <a:pt x="11056" y="4657"/>
                  <a:pt x="10852" y="5469"/>
                  <a:pt x="10650" y="6163"/>
                </a:cubicBezTo>
                <a:cubicBezTo>
                  <a:pt x="10169" y="7797"/>
                  <a:pt x="9058" y="9794"/>
                  <a:pt x="9283" y="11429"/>
                </a:cubicBezTo>
                <a:cubicBezTo>
                  <a:pt x="9507" y="13084"/>
                  <a:pt x="10372" y="13885"/>
                  <a:pt x="11429" y="14206"/>
                </a:cubicBezTo>
                <a:lnTo>
                  <a:pt x="11429" y="0"/>
                </a:lnTo>
                <a:close/>
              </a:path>
            </a:pathLst>
          </a:custGeom>
          <a:gradFill>
            <a:gsLst>
              <a:gs pos="0">
                <a:schemeClr val="accent1"/>
              </a:gs>
              <a:gs pos="100000">
                <a:schemeClr val="accent2"/>
              </a:gs>
            </a:gsLst>
            <a:path path="circle">
              <a:fillToRect l="50000" t="50000" r="50000" b="50000"/>
            </a:path>
            <a:tileRect/>
          </a:gradFill>
          <a:ln>
            <a:noFill/>
          </a:ln>
          <a:effectLst>
            <a:outerShdw blurRad="242888"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p:nvPr/>
        </p:nvSpPr>
        <p:spPr>
          <a:xfrm flipH="1">
            <a:off x="5183443" y="0"/>
            <a:ext cx="840582" cy="541844"/>
          </a:xfrm>
          <a:custGeom>
            <a:avLst/>
            <a:gdLst/>
            <a:ahLst/>
            <a:cxnLst/>
            <a:rect l="l" t="t" r="r" b="b"/>
            <a:pathLst>
              <a:path w="3430" h="2211" extrusionOk="0">
                <a:moveTo>
                  <a:pt x="866" y="0"/>
                </a:moveTo>
                <a:cubicBezTo>
                  <a:pt x="685" y="630"/>
                  <a:pt x="407" y="1453"/>
                  <a:pt x="1" y="2211"/>
                </a:cubicBezTo>
                <a:cubicBezTo>
                  <a:pt x="887" y="2211"/>
                  <a:pt x="1603" y="2061"/>
                  <a:pt x="2052" y="1709"/>
                </a:cubicBezTo>
                <a:cubicBezTo>
                  <a:pt x="2724" y="1164"/>
                  <a:pt x="3163" y="577"/>
                  <a:pt x="342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flipH="1">
            <a:off x="5191300" y="3506687"/>
            <a:ext cx="3952694" cy="1636806"/>
          </a:xfrm>
          <a:custGeom>
            <a:avLst/>
            <a:gdLst/>
            <a:ahLst/>
            <a:cxnLst/>
            <a:rect l="l" t="t" r="r" b="b"/>
            <a:pathLst>
              <a:path w="16129" h="6679" extrusionOk="0">
                <a:moveTo>
                  <a:pt x="3975" y="0"/>
                </a:moveTo>
                <a:cubicBezTo>
                  <a:pt x="2628" y="0"/>
                  <a:pt x="1115" y="710"/>
                  <a:pt x="0" y="1371"/>
                </a:cubicBezTo>
                <a:lnTo>
                  <a:pt x="0" y="6614"/>
                </a:lnTo>
                <a:lnTo>
                  <a:pt x="32" y="6678"/>
                </a:lnTo>
                <a:lnTo>
                  <a:pt x="16128" y="6678"/>
                </a:lnTo>
                <a:cubicBezTo>
                  <a:pt x="14985" y="5568"/>
                  <a:pt x="13010" y="4489"/>
                  <a:pt x="11717" y="4179"/>
                </a:cubicBezTo>
                <a:cubicBezTo>
                  <a:pt x="11467" y="4119"/>
                  <a:pt x="11220" y="4094"/>
                  <a:pt x="10978" y="4094"/>
                </a:cubicBezTo>
                <a:cubicBezTo>
                  <a:pt x="9403" y="4094"/>
                  <a:pt x="8030" y="5191"/>
                  <a:pt x="7299" y="5191"/>
                </a:cubicBezTo>
                <a:cubicBezTo>
                  <a:pt x="7159" y="5191"/>
                  <a:pt x="7043" y="5151"/>
                  <a:pt x="6953" y="5055"/>
                </a:cubicBezTo>
                <a:cubicBezTo>
                  <a:pt x="6324" y="4383"/>
                  <a:pt x="7584" y="1947"/>
                  <a:pt x="5661" y="516"/>
                </a:cubicBezTo>
                <a:cubicBezTo>
                  <a:pt x="5169" y="148"/>
                  <a:pt x="4589" y="0"/>
                  <a:pt x="3975" y="0"/>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flipH="1">
            <a:off x="5811811" y="0"/>
            <a:ext cx="3332183" cy="3515493"/>
          </a:xfrm>
          <a:custGeom>
            <a:avLst/>
            <a:gdLst/>
            <a:ahLst/>
            <a:cxnLst/>
            <a:rect l="l" t="t" r="r" b="b"/>
            <a:pathLst>
              <a:path w="13597" h="14345" extrusionOk="0">
                <a:moveTo>
                  <a:pt x="0" y="0"/>
                </a:moveTo>
                <a:lnTo>
                  <a:pt x="0" y="14344"/>
                </a:lnTo>
                <a:cubicBezTo>
                  <a:pt x="96" y="14227"/>
                  <a:pt x="182" y="14024"/>
                  <a:pt x="235" y="13703"/>
                </a:cubicBezTo>
                <a:cubicBezTo>
                  <a:pt x="770" y="10734"/>
                  <a:pt x="3269" y="11887"/>
                  <a:pt x="4304" y="10542"/>
                </a:cubicBezTo>
                <a:cubicBezTo>
                  <a:pt x="5714" y="8705"/>
                  <a:pt x="2852" y="5992"/>
                  <a:pt x="3803" y="5426"/>
                </a:cubicBezTo>
                <a:cubicBezTo>
                  <a:pt x="4120" y="5239"/>
                  <a:pt x="4417" y="5205"/>
                  <a:pt x="4692" y="5205"/>
                </a:cubicBezTo>
                <a:cubicBezTo>
                  <a:pt x="4854" y="5205"/>
                  <a:pt x="5008" y="5216"/>
                  <a:pt x="5154" y="5216"/>
                </a:cubicBezTo>
                <a:cubicBezTo>
                  <a:pt x="5513" y="5216"/>
                  <a:pt x="5823" y="5144"/>
                  <a:pt x="6077" y="4646"/>
                </a:cubicBezTo>
                <a:cubicBezTo>
                  <a:pt x="6184" y="4454"/>
                  <a:pt x="6195" y="4133"/>
                  <a:pt x="6206" y="3791"/>
                </a:cubicBezTo>
                <a:cubicBezTo>
                  <a:pt x="6215" y="3268"/>
                  <a:pt x="6188" y="2759"/>
                  <a:pt x="6684" y="2759"/>
                </a:cubicBezTo>
                <a:cubicBezTo>
                  <a:pt x="6795" y="2759"/>
                  <a:pt x="6933" y="2784"/>
                  <a:pt x="7103" y="2841"/>
                </a:cubicBezTo>
                <a:cubicBezTo>
                  <a:pt x="7923" y="3126"/>
                  <a:pt x="8678" y="4427"/>
                  <a:pt x="9937" y="4427"/>
                </a:cubicBezTo>
                <a:cubicBezTo>
                  <a:pt x="10285" y="4427"/>
                  <a:pt x="10672" y="4327"/>
                  <a:pt x="11109" y="4080"/>
                </a:cubicBezTo>
                <a:cubicBezTo>
                  <a:pt x="12465" y="3321"/>
                  <a:pt x="13234" y="1282"/>
                  <a:pt x="13597"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txBox="1">
            <a:spLocks noGrp="1"/>
          </p:cNvSpPr>
          <p:nvPr>
            <p:ph type="ctrTitle"/>
          </p:nvPr>
        </p:nvSpPr>
        <p:spPr>
          <a:xfrm flipH="1">
            <a:off x="1119638" y="1950940"/>
            <a:ext cx="3158100" cy="1241400"/>
          </a:xfrm>
          <a:prstGeom prst="rect">
            <a:avLst/>
          </a:prstGeom>
          <a:noFill/>
          <a:ln>
            <a:noFill/>
          </a:ln>
        </p:spPr>
        <p:txBody>
          <a:bodyPr spcFirstLastPara="1" wrap="square" lIns="68575" tIns="34275" rIns="68575" bIns="34275" anchor="ctr" anchorCtr="0">
            <a:noAutofit/>
          </a:bodyPr>
          <a:lstStyle>
            <a:lvl1pPr lvl="0" algn="r" rtl="0">
              <a:lnSpc>
                <a:spcPct val="90000"/>
              </a:lnSpc>
              <a:spcBef>
                <a:spcPts val="0"/>
              </a:spcBef>
              <a:spcAft>
                <a:spcPts val="0"/>
              </a:spcAft>
              <a:buClr>
                <a:srgbClr val="FFFFFF"/>
              </a:buClr>
              <a:buSzPts val="2400"/>
              <a:buNone/>
              <a:defRPr sz="2400" b="0">
                <a:solidFill>
                  <a:srgbClr val="FFFFFF"/>
                </a:solidFill>
              </a:defRPr>
            </a:lvl1pPr>
            <a:lvl2pPr lvl="1" rtl="0">
              <a:spcBef>
                <a:spcPts val="0"/>
              </a:spcBef>
              <a:spcAft>
                <a:spcPts val="0"/>
              </a:spcAft>
              <a:buClr>
                <a:srgbClr val="FFFFFF"/>
              </a:buClr>
              <a:buSzPts val="1100"/>
              <a:buNone/>
              <a:defRPr>
                <a:solidFill>
                  <a:srgbClr val="FFFFFF"/>
                </a:solidFill>
              </a:defRPr>
            </a:lvl2pPr>
            <a:lvl3pPr lvl="2" rtl="0">
              <a:spcBef>
                <a:spcPts val="0"/>
              </a:spcBef>
              <a:spcAft>
                <a:spcPts val="0"/>
              </a:spcAft>
              <a:buClr>
                <a:srgbClr val="FFFFFF"/>
              </a:buClr>
              <a:buSzPts val="1100"/>
              <a:buNone/>
              <a:defRPr>
                <a:solidFill>
                  <a:srgbClr val="FFFFFF"/>
                </a:solidFill>
              </a:defRPr>
            </a:lvl3pPr>
            <a:lvl4pPr lvl="3" rtl="0">
              <a:spcBef>
                <a:spcPts val="0"/>
              </a:spcBef>
              <a:spcAft>
                <a:spcPts val="0"/>
              </a:spcAft>
              <a:buClr>
                <a:srgbClr val="FFFFFF"/>
              </a:buClr>
              <a:buSzPts val="1100"/>
              <a:buNone/>
              <a:defRPr>
                <a:solidFill>
                  <a:srgbClr val="FFFFFF"/>
                </a:solidFill>
              </a:defRPr>
            </a:lvl4pPr>
            <a:lvl5pPr lvl="4" rtl="0">
              <a:spcBef>
                <a:spcPts val="0"/>
              </a:spcBef>
              <a:spcAft>
                <a:spcPts val="0"/>
              </a:spcAft>
              <a:buClr>
                <a:srgbClr val="FFFFFF"/>
              </a:buClr>
              <a:buSzPts val="1100"/>
              <a:buNone/>
              <a:defRPr>
                <a:solidFill>
                  <a:srgbClr val="FFFFFF"/>
                </a:solidFill>
              </a:defRPr>
            </a:lvl5pPr>
            <a:lvl6pPr lvl="5" rtl="0">
              <a:spcBef>
                <a:spcPts val="0"/>
              </a:spcBef>
              <a:spcAft>
                <a:spcPts val="0"/>
              </a:spcAft>
              <a:buClr>
                <a:srgbClr val="FFFFFF"/>
              </a:buClr>
              <a:buSzPts val="1100"/>
              <a:buNone/>
              <a:defRPr>
                <a:solidFill>
                  <a:srgbClr val="FFFFFF"/>
                </a:solidFill>
              </a:defRPr>
            </a:lvl6pPr>
            <a:lvl7pPr lvl="6" rtl="0">
              <a:spcBef>
                <a:spcPts val="0"/>
              </a:spcBef>
              <a:spcAft>
                <a:spcPts val="0"/>
              </a:spcAft>
              <a:buClr>
                <a:srgbClr val="FFFFFF"/>
              </a:buClr>
              <a:buSzPts val="1100"/>
              <a:buNone/>
              <a:defRPr>
                <a:solidFill>
                  <a:srgbClr val="FFFFFF"/>
                </a:solidFill>
              </a:defRPr>
            </a:lvl7pPr>
            <a:lvl8pPr lvl="7" rtl="0">
              <a:spcBef>
                <a:spcPts val="0"/>
              </a:spcBef>
              <a:spcAft>
                <a:spcPts val="0"/>
              </a:spcAft>
              <a:buClr>
                <a:srgbClr val="FFFFFF"/>
              </a:buClr>
              <a:buSzPts val="1100"/>
              <a:buNone/>
              <a:defRPr>
                <a:solidFill>
                  <a:srgbClr val="FFFFFF"/>
                </a:solidFill>
              </a:defRPr>
            </a:lvl8pPr>
            <a:lvl9pPr lvl="8" rtl="0">
              <a:spcBef>
                <a:spcPts val="0"/>
              </a:spcBef>
              <a:spcAft>
                <a:spcPts val="0"/>
              </a:spcAft>
              <a:buClr>
                <a:srgbClr val="FFFFFF"/>
              </a:buClr>
              <a:buSzPts val="1100"/>
              <a:buNone/>
              <a:defRPr>
                <a:solidFill>
                  <a:srgbClr val="FFFFFF"/>
                </a:solidFill>
              </a:defRPr>
            </a:lvl9pPr>
          </a:lstStyle>
          <a:p>
            <a:endParaRPr/>
          </a:p>
        </p:txBody>
      </p:sp>
      <p:sp>
        <p:nvSpPr>
          <p:cNvPr id="72" name="Google Shape;72;p6"/>
          <p:cNvSpPr txBox="1">
            <a:spLocks noGrp="1"/>
          </p:cNvSpPr>
          <p:nvPr>
            <p:ph type="subTitle" idx="1"/>
          </p:nvPr>
        </p:nvSpPr>
        <p:spPr>
          <a:xfrm>
            <a:off x="4670656" y="1815144"/>
            <a:ext cx="3353700" cy="1513200"/>
          </a:xfrm>
          <a:prstGeom prst="rect">
            <a:avLst/>
          </a:prstGeom>
        </p:spPr>
        <p:txBody>
          <a:bodyPr spcFirstLastPara="1" wrap="square" lIns="68575" tIns="34275" rIns="68575" bIns="34275" anchor="ctr" anchorCtr="0">
            <a:noAutofit/>
          </a:bodyPr>
          <a:lstStyle>
            <a:lvl1pPr lvl="0" rtl="0">
              <a:lnSpc>
                <a:spcPct val="100000"/>
              </a:lnSpc>
              <a:spcBef>
                <a:spcPts val="800"/>
              </a:spcBef>
              <a:spcAft>
                <a:spcPts val="0"/>
              </a:spcAft>
              <a:buClr>
                <a:srgbClr val="FFFFFF"/>
              </a:buClr>
              <a:buSzPts val="1200"/>
              <a:buNone/>
              <a:defRPr sz="1200">
                <a:solidFill>
                  <a:srgbClr val="FFFFFF"/>
                </a:solidFill>
              </a:defRPr>
            </a:lvl1pPr>
            <a:lvl2pPr lvl="1" rtl="0">
              <a:lnSpc>
                <a:spcPct val="100000"/>
              </a:lnSpc>
              <a:spcBef>
                <a:spcPts val="400"/>
              </a:spcBef>
              <a:spcAft>
                <a:spcPts val="0"/>
              </a:spcAft>
              <a:buClr>
                <a:srgbClr val="FFFFFF"/>
              </a:buClr>
              <a:buSzPts val="900"/>
              <a:buNone/>
              <a:defRPr>
                <a:solidFill>
                  <a:srgbClr val="FFFFFF"/>
                </a:solidFill>
              </a:defRPr>
            </a:lvl2pPr>
            <a:lvl3pPr lvl="2" rtl="0">
              <a:lnSpc>
                <a:spcPct val="100000"/>
              </a:lnSpc>
              <a:spcBef>
                <a:spcPts val="400"/>
              </a:spcBef>
              <a:spcAft>
                <a:spcPts val="0"/>
              </a:spcAft>
              <a:buClr>
                <a:srgbClr val="FFFFFF"/>
              </a:buClr>
              <a:buSzPts val="900"/>
              <a:buNone/>
              <a:defRPr>
                <a:solidFill>
                  <a:srgbClr val="FFFFFF"/>
                </a:solidFill>
              </a:defRPr>
            </a:lvl3pPr>
            <a:lvl4pPr lvl="3" rtl="0">
              <a:lnSpc>
                <a:spcPct val="100000"/>
              </a:lnSpc>
              <a:spcBef>
                <a:spcPts val="400"/>
              </a:spcBef>
              <a:spcAft>
                <a:spcPts val="0"/>
              </a:spcAft>
              <a:buClr>
                <a:srgbClr val="FFFFFF"/>
              </a:buClr>
              <a:buSzPts val="900"/>
              <a:buNone/>
              <a:defRPr>
                <a:solidFill>
                  <a:srgbClr val="FFFFFF"/>
                </a:solidFill>
              </a:defRPr>
            </a:lvl4pPr>
            <a:lvl5pPr lvl="4" rtl="0">
              <a:lnSpc>
                <a:spcPct val="100000"/>
              </a:lnSpc>
              <a:spcBef>
                <a:spcPts val="400"/>
              </a:spcBef>
              <a:spcAft>
                <a:spcPts val="0"/>
              </a:spcAft>
              <a:buClr>
                <a:srgbClr val="FFFFFF"/>
              </a:buClr>
              <a:buSzPts val="900"/>
              <a:buNone/>
              <a:defRPr>
                <a:solidFill>
                  <a:srgbClr val="FFFFFF"/>
                </a:solidFill>
              </a:defRPr>
            </a:lvl5pPr>
            <a:lvl6pPr lvl="5" rtl="0">
              <a:lnSpc>
                <a:spcPct val="100000"/>
              </a:lnSpc>
              <a:spcBef>
                <a:spcPts val="400"/>
              </a:spcBef>
              <a:spcAft>
                <a:spcPts val="0"/>
              </a:spcAft>
              <a:buClr>
                <a:srgbClr val="FFFFFF"/>
              </a:buClr>
              <a:buSzPts val="900"/>
              <a:buNone/>
              <a:defRPr sz="900">
                <a:solidFill>
                  <a:srgbClr val="FFFFFF"/>
                </a:solidFill>
              </a:defRPr>
            </a:lvl6pPr>
            <a:lvl7pPr lvl="6" rtl="0">
              <a:lnSpc>
                <a:spcPct val="100000"/>
              </a:lnSpc>
              <a:spcBef>
                <a:spcPts val="400"/>
              </a:spcBef>
              <a:spcAft>
                <a:spcPts val="0"/>
              </a:spcAft>
              <a:buClr>
                <a:srgbClr val="FFFFFF"/>
              </a:buClr>
              <a:buSzPts val="900"/>
              <a:buNone/>
              <a:defRPr sz="900">
                <a:solidFill>
                  <a:srgbClr val="FFFFFF"/>
                </a:solidFill>
              </a:defRPr>
            </a:lvl7pPr>
            <a:lvl8pPr lvl="7" rtl="0">
              <a:lnSpc>
                <a:spcPct val="100000"/>
              </a:lnSpc>
              <a:spcBef>
                <a:spcPts val="400"/>
              </a:spcBef>
              <a:spcAft>
                <a:spcPts val="0"/>
              </a:spcAft>
              <a:buClr>
                <a:srgbClr val="FFFFFF"/>
              </a:buClr>
              <a:buSzPts val="900"/>
              <a:buNone/>
              <a:defRPr sz="900">
                <a:solidFill>
                  <a:srgbClr val="FFFFFF"/>
                </a:solidFill>
              </a:defRPr>
            </a:lvl8pPr>
            <a:lvl9pPr lvl="8" rtl="0">
              <a:lnSpc>
                <a:spcPct val="100000"/>
              </a:lnSpc>
              <a:spcBef>
                <a:spcPts val="400"/>
              </a:spcBef>
              <a:spcAft>
                <a:spcPts val="0"/>
              </a:spcAft>
              <a:buClr>
                <a:srgbClr val="FFFFFF"/>
              </a:buClr>
              <a:buSzPts val="900"/>
              <a:buNone/>
              <a:defRPr sz="900">
                <a:solidFill>
                  <a:srgbClr val="FFFFFF"/>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EXT 1">
  <p:cSld name="1_Título y objetos_3_1">
    <p:bg>
      <p:bgPr>
        <a:gradFill>
          <a:gsLst>
            <a:gs pos="0">
              <a:schemeClr val="accent1"/>
            </a:gs>
            <a:gs pos="100000">
              <a:schemeClr val="accent2"/>
            </a:gs>
          </a:gsLst>
          <a:path path="circle">
            <a:fillToRect l="50000" t="50000" r="50000" b="50000"/>
          </a:path>
          <a:tileRect/>
        </a:gradFill>
        <a:effectLst/>
      </p:bgPr>
    </p:bg>
    <p:spTree>
      <p:nvGrpSpPr>
        <p:cNvPr id="1" name="Shape 73"/>
        <p:cNvGrpSpPr/>
        <p:nvPr/>
      </p:nvGrpSpPr>
      <p:grpSpPr>
        <a:xfrm>
          <a:off x="0" y="0"/>
          <a:ext cx="0" cy="0"/>
          <a:chOff x="0" y="0"/>
          <a:chExt cx="0" cy="0"/>
        </a:xfrm>
      </p:grpSpPr>
      <p:sp>
        <p:nvSpPr>
          <p:cNvPr id="74" name="Google Shape;74;p7"/>
          <p:cNvSpPr/>
          <p:nvPr/>
        </p:nvSpPr>
        <p:spPr>
          <a:xfrm flipH="1">
            <a:off x="4842306" y="1547550"/>
            <a:ext cx="4365300" cy="20484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p:nvPr/>
        </p:nvSpPr>
        <p:spPr>
          <a:xfrm flipH="1">
            <a:off x="12225" y="3250835"/>
            <a:ext cx="2267119" cy="1892656"/>
          </a:xfrm>
          <a:custGeom>
            <a:avLst/>
            <a:gdLst/>
            <a:ahLst/>
            <a:cxnLst/>
            <a:rect l="l" t="t" r="r" b="b"/>
            <a:pathLst>
              <a:path w="9251" h="7723" extrusionOk="0">
                <a:moveTo>
                  <a:pt x="7830" y="1"/>
                </a:moveTo>
                <a:cubicBezTo>
                  <a:pt x="7787" y="22"/>
                  <a:pt x="7745" y="32"/>
                  <a:pt x="7702" y="65"/>
                </a:cubicBezTo>
                <a:cubicBezTo>
                  <a:pt x="6794" y="588"/>
                  <a:pt x="7745" y="1624"/>
                  <a:pt x="7050" y="2468"/>
                </a:cubicBezTo>
                <a:cubicBezTo>
                  <a:pt x="6131" y="3578"/>
                  <a:pt x="2543" y="3953"/>
                  <a:pt x="898" y="6089"/>
                </a:cubicBezTo>
                <a:cubicBezTo>
                  <a:pt x="546" y="6548"/>
                  <a:pt x="247" y="7114"/>
                  <a:pt x="1" y="7722"/>
                </a:cubicBezTo>
                <a:lnTo>
                  <a:pt x="9250" y="7722"/>
                </a:lnTo>
                <a:lnTo>
                  <a:pt x="9250" y="941"/>
                </a:lnTo>
                <a:cubicBezTo>
                  <a:pt x="8706" y="780"/>
                  <a:pt x="8215" y="481"/>
                  <a:pt x="7830"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flipH="1">
            <a:off x="12227" y="0"/>
            <a:ext cx="2801122" cy="3481429"/>
          </a:xfrm>
          <a:custGeom>
            <a:avLst/>
            <a:gdLst/>
            <a:ahLst/>
            <a:cxnLst/>
            <a:rect l="l" t="t" r="r" b="b"/>
            <a:pathLst>
              <a:path w="11430" h="14206" extrusionOk="0">
                <a:moveTo>
                  <a:pt x="1" y="0"/>
                </a:moveTo>
                <a:cubicBezTo>
                  <a:pt x="1" y="0"/>
                  <a:pt x="541" y="1327"/>
                  <a:pt x="2842" y="1327"/>
                </a:cubicBezTo>
                <a:cubicBezTo>
                  <a:pt x="3168" y="1327"/>
                  <a:pt x="3530" y="1300"/>
                  <a:pt x="3931" y="1239"/>
                </a:cubicBezTo>
                <a:cubicBezTo>
                  <a:pt x="4809" y="1103"/>
                  <a:pt x="5648" y="961"/>
                  <a:pt x="6249" y="961"/>
                </a:cubicBezTo>
                <a:cubicBezTo>
                  <a:pt x="6972" y="961"/>
                  <a:pt x="7353" y="1167"/>
                  <a:pt x="7050" y="1837"/>
                </a:cubicBezTo>
                <a:cubicBezTo>
                  <a:pt x="6687" y="2628"/>
                  <a:pt x="4658" y="4411"/>
                  <a:pt x="4850" y="5244"/>
                </a:cubicBezTo>
                <a:cubicBezTo>
                  <a:pt x="4917" y="5546"/>
                  <a:pt x="5180" y="5658"/>
                  <a:pt x="5531" y="5658"/>
                </a:cubicBezTo>
                <a:cubicBezTo>
                  <a:pt x="6363" y="5658"/>
                  <a:pt x="7691" y="5032"/>
                  <a:pt x="8097" y="4806"/>
                </a:cubicBezTo>
                <a:cubicBezTo>
                  <a:pt x="8750" y="4436"/>
                  <a:pt x="9449" y="4208"/>
                  <a:pt x="9990" y="4208"/>
                </a:cubicBezTo>
                <a:cubicBezTo>
                  <a:pt x="10245" y="4208"/>
                  <a:pt x="10465" y="4259"/>
                  <a:pt x="10629" y="4368"/>
                </a:cubicBezTo>
                <a:cubicBezTo>
                  <a:pt x="11056" y="4657"/>
                  <a:pt x="10852" y="5469"/>
                  <a:pt x="10650" y="6163"/>
                </a:cubicBezTo>
                <a:cubicBezTo>
                  <a:pt x="10169" y="7797"/>
                  <a:pt x="9058" y="9794"/>
                  <a:pt x="9283" y="11429"/>
                </a:cubicBezTo>
                <a:cubicBezTo>
                  <a:pt x="9507" y="13084"/>
                  <a:pt x="10372" y="13885"/>
                  <a:pt x="11429" y="14206"/>
                </a:cubicBezTo>
                <a:lnTo>
                  <a:pt x="11429" y="0"/>
                </a:lnTo>
                <a:close/>
              </a:path>
            </a:pathLst>
          </a:custGeom>
          <a:gradFill>
            <a:gsLst>
              <a:gs pos="0">
                <a:schemeClr val="accent1"/>
              </a:gs>
              <a:gs pos="100000">
                <a:schemeClr val="accent2"/>
              </a:gs>
            </a:gsLst>
            <a:path path="circle">
              <a:fillToRect l="50000" t="50000" r="50000" b="50000"/>
            </a:path>
            <a:tileRect/>
          </a:gradFill>
          <a:ln>
            <a:noFill/>
          </a:ln>
          <a:effectLst>
            <a:outerShdw blurRad="242888"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7"/>
          <p:cNvSpPr/>
          <p:nvPr/>
        </p:nvSpPr>
        <p:spPr>
          <a:xfrm flipH="1">
            <a:off x="5183443" y="0"/>
            <a:ext cx="840582" cy="541844"/>
          </a:xfrm>
          <a:custGeom>
            <a:avLst/>
            <a:gdLst/>
            <a:ahLst/>
            <a:cxnLst/>
            <a:rect l="l" t="t" r="r" b="b"/>
            <a:pathLst>
              <a:path w="3430" h="2211" extrusionOk="0">
                <a:moveTo>
                  <a:pt x="866" y="0"/>
                </a:moveTo>
                <a:cubicBezTo>
                  <a:pt x="685" y="630"/>
                  <a:pt x="407" y="1453"/>
                  <a:pt x="1" y="2211"/>
                </a:cubicBezTo>
                <a:cubicBezTo>
                  <a:pt x="887" y="2211"/>
                  <a:pt x="1603" y="2061"/>
                  <a:pt x="2052" y="1709"/>
                </a:cubicBezTo>
                <a:cubicBezTo>
                  <a:pt x="2724" y="1164"/>
                  <a:pt x="3163" y="577"/>
                  <a:pt x="342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7"/>
          <p:cNvSpPr/>
          <p:nvPr/>
        </p:nvSpPr>
        <p:spPr>
          <a:xfrm flipH="1">
            <a:off x="5191300" y="3506687"/>
            <a:ext cx="3952694" cy="1636806"/>
          </a:xfrm>
          <a:custGeom>
            <a:avLst/>
            <a:gdLst/>
            <a:ahLst/>
            <a:cxnLst/>
            <a:rect l="l" t="t" r="r" b="b"/>
            <a:pathLst>
              <a:path w="16129" h="6679" extrusionOk="0">
                <a:moveTo>
                  <a:pt x="3975" y="0"/>
                </a:moveTo>
                <a:cubicBezTo>
                  <a:pt x="2628" y="0"/>
                  <a:pt x="1115" y="710"/>
                  <a:pt x="0" y="1371"/>
                </a:cubicBezTo>
                <a:lnTo>
                  <a:pt x="0" y="6614"/>
                </a:lnTo>
                <a:lnTo>
                  <a:pt x="32" y="6678"/>
                </a:lnTo>
                <a:lnTo>
                  <a:pt x="16128" y="6678"/>
                </a:lnTo>
                <a:cubicBezTo>
                  <a:pt x="14985" y="5568"/>
                  <a:pt x="13010" y="4489"/>
                  <a:pt x="11717" y="4179"/>
                </a:cubicBezTo>
                <a:cubicBezTo>
                  <a:pt x="11467" y="4119"/>
                  <a:pt x="11220" y="4094"/>
                  <a:pt x="10978" y="4094"/>
                </a:cubicBezTo>
                <a:cubicBezTo>
                  <a:pt x="9403" y="4094"/>
                  <a:pt x="8030" y="5191"/>
                  <a:pt x="7299" y="5191"/>
                </a:cubicBezTo>
                <a:cubicBezTo>
                  <a:pt x="7159" y="5191"/>
                  <a:pt x="7043" y="5151"/>
                  <a:pt x="6953" y="5055"/>
                </a:cubicBezTo>
                <a:cubicBezTo>
                  <a:pt x="6324" y="4383"/>
                  <a:pt x="7584" y="1947"/>
                  <a:pt x="5661" y="516"/>
                </a:cubicBezTo>
                <a:cubicBezTo>
                  <a:pt x="5169" y="148"/>
                  <a:pt x="4589" y="0"/>
                  <a:pt x="3975" y="0"/>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9525" dir="38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7"/>
          <p:cNvSpPr/>
          <p:nvPr/>
        </p:nvSpPr>
        <p:spPr>
          <a:xfrm flipH="1">
            <a:off x="5811811" y="0"/>
            <a:ext cx="3332183" cy="3515493"/>
          </a:xfrm>
          <a:custGeom>
            <a:avLst/>
            <a:gdLst/>
            <a:ahLst/>
            <a:cxnLst/>
            <a:rect l="l" t="t" r="r" b="b"/>
            <a:pathLst>
              <a:path w="13597" h="14345" extrusionOk="0">
                <a:moveTo>
                  <a:pt x="0" y="0"/>
                </a:moveTo>
                <a:lnTo>
                  <a:pt x="0" y="14344"/>
                </a:lnTo>
                <a:cubicBezTo>
                  <a:pt x="96" y="14227"/>
                  <a:pt x="182" y="14024"/>
                  <a:pt x="235" y="13703"/>
                </a:cubicBezTo>
                <a:cubicBezTo>
                  <a:pt x="770" y="10734"/>
                  <a:pt x="3269" y="11887"/>
                  <a:pt x="4304" y="10542"/>
                </a:cubicBezTo>
                <a:cubicBezTo>
                  <a:pt x="5714" y="8705"/>
                  <a:pt x="2852" y="5992"/>
                  <a:pt x="3803" y="5426"/>
                </a:cubicBezTo>
                <a:cubicBezTo>
                  <a:pt x="4120" y="5239"/>
                  <a:pt x="4417" y="5205"/>
                  <a:pt x="4692" y="5205"/>
                </a:cubicBezTo>
                <a:cubicBezTo>
                  <a:pt x="4854" y="5205"/>
                  <a:pt x="5008" y="5216"/>
                  <a:pt x="5154" y="5216"/>
                </a:cubicBezTo>
                <a:cubicBezTo>
                  <a:pt x="5513" y="5216"/>
                  <a:pt x="5823" y="5144"/>
                  <a:pt x="6077" y="4646"/>
                </a:cubicBezTo>
                <a:cubicBezTo>
                  <a:pt x="6184" y="4454"/>
                  <a:pt x="6195" y="4133"/>
                  <a:pt x="6206" y="3791"/>
                </a:cubicBezTo>
                <a:cubicBezTo>
                  <a:pt x="6215" y="3268"/>
                  <a:pt x="6188" y="2759"/>
                  <a:pt x="6684" y="2759"/>
                </a:cubicBezTo>
                <a:cubicBezTo>
                  <a:pt x="6795" y="2759"/>
                  <a:pt x="6933" y="2784"/>
                  <a:pt x="7103" y="2841"/>
                </a:cubicBezTo>
                <a:cubicBezTo>
                  <a:pt x="7923" y="3126"/>
                  <a:pt x="8678" y="4427"/>
                  <a:pt x="9937" y="4427"/>
                </a:cubicBezTo>
                <a:cubicBezTo>
                  <a:pt x="10285" y="4427"/>
                  <a:pt x="10672" y="4327"/>
                  <a:pt x="11109" y="4080"/>
                </a:cubicBezTo>
                <a:cubicBezTo>
                  <a:pt x="12465" y="3321"/>
                  <a:pt x="13234" y="1282"/>
                  <a:pt x="13597"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txBox="1">
            <a:spLocks noGrp="1"/>
          </p:cNvSpPr>
          <p:nvPr>
            <p:ph type="ctrTitle"/>
          </p:nvPr>
        </p:nvSpPr>
        <p:spPr>
          <a:xfrm>
            <a:off x="5060968" y="1950940"/>
            <a:ext cx="3158100" cy="1241400"/>
          </a:xfrm>
          <a:prstGeom prst="rect">
            <a:avLst/>
          </a:prstGeom>
          <a:noFill/>
          <a:ln>
            <a:noFill/>
          </a:ln>
        </p:spPr>
        <p:txBody>
          <a:bodyPr spcFirstLastPara="1" wrap="square" lIns="68575" tIns="34275" rIns="68575" bIns="34275" anchor="ctr" anchorCtr="0">
            <a:noAutofit/>
          </a:bodyPr>
          <a:lstStyle>
            <a:lvl1pPr lvl="0" rtl="0">
              <a:lnSpc>
                <a:spcPct val="90000"/>
              </a:lnSpc>
              <a:spcBef>
                <a:spcPts val="0"/>
              </a:spcBef>
              <a:spcAft>
                <a:spcPts val="0"/>
              </a:spcAft>
              <a:buClr>
                <a:srgbClr val="FFFFFF"/>
              </a:buClr>
              <a:buSzPts val="2400"/>
              <a:buNone/>
              <a:defRPr sz="2400" b="0">
                <a:solidFill>
                  <a:srgbClr val="FFFFFF"/>
                </a:solidFill>
              </a:defRPr>
            </a:lvl1pPr>
            <a:lvl2pPr lvl="1" rtl="0">
              <a:spcBef>
                <a:spcPts val="0"/>
              </a:spcBef>
              <a:spcAft>
                <a:spcPts val="0"/>
              </a:spcAft>
              <a:buClr>
                <a:srgbClr val="FFFFFF"/>
              </a:buClr>
              <a:buSzPts val="1100"/>
              <a:buNone/>
              <a:defRPr>
                <a:solidFill>
                  <a:srgbClr val="FFFFFF"/>
                </a:solidFill>
              </a:defRPr>
            </a:lvl2pPr>
            <a:lvl3pPr lvl="2" rtl="0">
              <a:spcBef>
                <a:spcPts val="0"/>
              </a:spcBef>
              <a:spcAft>
                <a:spcPts val="0"/>
              </a:spcAft>
              <a:buClr>
                <a:srgbClr val="FFFFFF"/>
              </a:buClr>
              <a:buSzPts val="1100"/>
              <a:buNone/>
              <a:defRPr>
                <a:solidFill>
                  <a:srgbClr val="FFFFFF"/>
                </a:solidFill>
              </a:defRPr>
            </a:lvl3pPr>
            <a:lvl4pPr lvl="3" rtl="0">
              <a:spcBef>
                <a:spcPts val="0"/>
              </a:spcBef>
              <a:spcAft>
                <a:spcPts val="0"/>
              </a:spcAft>
              <a:buClr>
                <a:srgbClr val="FFFFFF"/>
              </a:buClr>
              <a:buSzPts val="1100"/>
              <a:buNone/>
              <a:defRPr>
                <a:solidFill>
                  <a:srgbClr val="FFFFFF"/>
                </a:solidFill>
              </a:defRPr>
            </a:lvl4pPr>
            <a:lvl5pPr lvl="4" rtl="0">
              <a:spcBef>
                <a:spcPts val="0"/>
              </a:spcBef>
              <a:spcAft>
                <a:spcPts val="0"/>
              </a:spcAft>
              <a:buClr>
                <a:srgbClr val="FFFFFF"/>
              </a:buClr>
              <a:buSzPts val="1100"/>
              <a:buNone/>
              <a:defRPr>
                <a:solidFill>
                  <a:srgbClr val="FFFFFF"/>
                </a:solidFill>
              </a:defRPr>
            </a:lvl5pPr>
            <a:lvl6pPr lvl="5" rtl="0">
              <a:spcBef>
                <a:spcPts val="0"/>
              </a:spcBef>
              <a:spcAft>
                <a:spcPts val="0"/>
              </a:spcAft>
              <a:buClr>
                <a:srgbClr val="FFFFFF"/>
              </a:buClr>
              <a:buSzPts val="1100"/>
              <a:buNone/>
              <a:defRPr>
                <a:solidFill>
                  <a:srgbClr val="FFFFFF"/>
                </a:solidFill>
              </a:defRPr>
            </a:lvl6pPr>
            <a:lvl7pPr lvl="6" rtl="0">
              <a:spcBef>
                <a:spcPts val="0"/>
              </a:spcBef>
              <a:spcAft>
                <a:spcPts val="0"/>
              </a:spcAft>
              <a:buClr>
                <a:srgbClr val="FFFFFF"/>
              </a:buClr>
              <a:buSzPts val="1100"/>
              <a:buNone/>
              <a:defRPr>
                <a:solidFill>
                  <a:srgbClr val="FFFFFF"/>
                </a:solidFill>
              </a:defRPr>
            </a:lvl7pPr>
            <a:lvl8pPr lvl="7" rtl="0">
              <a:spcBef>
                <a:spcPts val="0"/>
              </a:spcBef>
              <a:spcAft>
                <a:spcPts val="0"/>
              </a:spcAft>
              <a:buClr>
                <a:srgbClr val="FFFFFF"/>
              </a:buClr>
              <a:buSzPts val="1100"/>
              <a:buNone/>
              <a:defRPr>
                <a:solidFill>
                  <a:srgbClr val="FFFFFF"/>
                </a:solidFill>
              </a:defRPr>
            </a:lvl8pPr>
            <a:lvl9pPr lvl="8" rtl="0">
              <a:spcBef>
                <a:spcPts val="0"/>
              </a:spcBef>
              <a:spcAft>
                <a:spcPts val="0"/>
              </a:spcAft>
              <a:buClr>
                <a:srgbClr val="FFFFFF"/>
              </a:buClr>
              <a:buSzPts val="1100"/>
              <a:buNone/>
              <a:defRPr>
                <a:solidFill>
                  <a:srgbClr val="FFFFFF"/>
                </a:solidFill>
              </a:defRPr>
            </a:lvl9pPr>
          </a:lstStyle>
          <a:p>
            <a:endParaRPr/>
          </a:p>
        </p:txBody>
      </p:sp>
      <p:sp>
        <p:nvSpPr>
          <p:cNvPr id="81" name="Google Shape;81;p7"/>
          <p:cNvSpPr txBox="1">
            <a:spLocks noGrp="1"/>
          </p:cNvSpPr>
          <p:nvPr>
            <p:ph type="subTitle" idx="1"/>
          </p:nvPr>
        </p:nvSpPr>
        <p:spPr>
          <a:xfrm flipH="1">
            <a:off x="946950" y="1815144"/>
            <a:ext cx="3353700" cy="1513200"/>
          </a:xfrm>
          <a:prstGeom prst="rect">
            <a:avLst/>
          </a:prstGeom>
        </p:spPr>
        <p:txBody>
          <a:bodyPr spcFirstLastPara="1" wrap="square" lIns="68575" tIns="34275" rIns="68575" bIns="34275" anchor="ctr" anchorCtr="0">
            <a:noAutofit/>
          </a:bodyPr>
          <a:lstStyle>
            <a:lvl1pPr lvl="0" rtl="0">
              <a:lnSpc>
                <a:spcPct val="100000"/>
              </a:lnSpc>
              <a:spcBef>
                <a:spcPts val="800"/>
              </a:spcBef>
              <a:spcAft>
                <a:spcPts val="0"/>
              </a:spcAft>
              <a:buClr>
                <a:srgbClr val="FFFFFF"/>
              </a:buClr>
              <a:buSzPts val="1200"/>
              <a:buNone/>
              <a:defRPr sz="1200">
                <a:solidFill>
                  <a:srgbClr val="FFFFFF"/>
                </a:solidFill>
              </a:defRPr>
            </a:lvl1pPr>
            <a:lvl2pPr lvl="1" rtl="0">
              <a:lnSpc>
                <a:spcPct val="100000"/>
              </a:lnSpc>
              <a:spcBef>
                <a:spcPts val="400"/>
              </a:spcBef>
              <a:spcAft>
                <a:spcPts val="0"/>
              </a:spcAft>
              <a:buClr>
                <a:srgbClr val="FFFFFF"/>
              </a:buClr>
              <a:buSzPts val="900"/>
              <a:buNone/>
              <a:defRPr>
                <a:solidFill>
                  <a:srgbClr val="FFFFFF"/>
                </a:solidFill>
              </a:defRPr>
            </a:lvl2pPr>
            <a:lvl3pPr lvl="2" rtl="0">
              <a:lnSpc>
                <a:spcPct val="100000"/>
              </a:lnSpc>
              <a:spcBef>
                <a:spcPts val="400"/>
              </a:spcBef>
              <a:spcAft>
                <a:spcPts val="0"/>
              </a:spcAft>
              <a:buClr>
                <a:srgbClr val="FFFFFF"/>
              </a:buClr>
              <a:buSzPts val="900"/>
              <a:buNone/>
              <a:defRPr>
                <a:solidFill>
                  <a:srgbClr val="FFFFFF"/>
                </a:solidFill>
              </a:defRPr>
            </a:lvl3pPr>
            <a:lvl4pPr lvl="3" rtl="0">
              <a:lnSpc>
                <a:spcPct val="100000"/>
              </a:lnSpc>
              <a:spcBef>
                <a:spcPts val="400"/>
              </a:spcBef>
              <a:spcAft>
                <a:spcPts val="0"/>
              </a:spcAft>
              <a:buClr>
                <a:srgbClr val="FFFFFF"/>
              </a:buClr>
              <a:buSzPts val="900"/>
              <a:buNone/>
              <a:defRPr>
                <a:solidFill>
                  <a:srgbClr val="FFFFFF"/>
                </a:solidFill>
              </a:defRPr>
            </a:lvl4pPr>
            <a:lvl5pPr lvl="4" rtl="0">
              <a:lnSpc>
                <a:spcPct val="100000"/>
              </a:lnSpc>
              <a:spcBef>
                <a:spcPts val="400"/>
              </a:spcBef>
              <a:spcAft>
                <a:spcPts val="0"/>
              </a:spcAft>
              <a:buClr>
                <a:srgbClr val="FFFFFF"/>
              </a:buClr>
              <a:buSzPts val="900"/>
              <a:buNone/>
              <a:defRPr>
                <a:solidFill>
                  <a:srgbClr val="FFFFFF"/>
                </a:solidFill>
              </a:defRPr>
            </a:lvl5pPr>
            <a:lvl6pPr lvl="5" rtl="0">
              <a:lnSpc>
                <a:spcPct val="100000"/>
              </a:lnSpc>
              <a:spcBef>
                <a:spcPts val="400"/>
              </a:spcBef>
              <a:spcAft>
                <a:spcPts val="0"/>
              </a:spcAft>
              <a:buClr>
                <a:srgbClr val="FFFFFF"/>
              </a:buClr>
              <a:buSzPts val="900"/>
              <a:buNone/>
              <a:defRPr sz="900">
                <a:solidFill>
                  <a:srgbClr val="FFFFFF"/>
                </a:solidFill>
              </a:defRPr>
            </a:lvl6pPr>
            <a:lvl7pPr lvl="6" rtl="0">
              <a:lnSpc>
                <a:spcPct val="100000"/>
              </a:lnSpc>
              <a:spcBef>
                <a:spcPts val="400"/>
              </a:spcBef>
              <a:spcAft>
                <a:spcPts val="0"/>
              </a:spcAft>
              <a:buClr>
                <a:srgbClr val="FFFFFF"/>
              </a:buClr>
              <a:buSzPts val="900"/>
              <a:buNone/>
              <a:defRPr sz="900">
                <a:solidFill>
                  <a:srgbClr val="FFFFFF"/>
                </a:solidFill>
              </a:defRPr>
            </a:lvl7pPr>
            <a:lvl8pPr lvl="7" rtl="0">
              <a:lnSpc>
                <a:spcPct val="100000"/>
              </a:lnSpc>
              <a:spcBef>
                <a:spcPts val="400"/>
              </a:spcBef>
              <a:spcAft>
                <a:spcPts val="0"/>
              </a:spcAft>
              <a:buClr>
                <a:srgbClr val="FFFFFF"/>
              </a:buClr>
              <a:buSzPts val="900"/>
              <a:buNone/>
              <a:defRPr sz="900">
                <a:solidFill>
                  <a:srgbClr val="FFFFFF"/>
                </a:solidFill>
              </a:defRPr>
            </a:lvl8pPr>
            <a:lvl9pPr lvl="8" rtl="0">
              <a:lnSpc>
                <a:spcPct val="100000"/>
              </a:lnSpc>
              <a:spcBef>
                <a:spcPts val="400"/>
              </a:spcBef>
              <a:spcAft>
                <a:spcPts val="0"/>
              </a:spcAft>
              <a:buClr>
                <a:srgbClr val="FFFFFF"/>
              </a:buClr>
              <a:buSzPts val="900"/>
              <a:buNone/>
              <a:defRPr sz="900">
                <a:solidFill>
                  <a:srgbClr val="FFFFFF"/>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 SUBTITLE">
  <p:cSld name="1_Título y objetos_2">
    <p:bg>
      <p:bgPr>
        <a:gradFill>
          <a:gsLst>
            <a:gs pos="0">
              <a:schemeClr val="accent1"/>
            </a:gs>
            <a:gs pos="100000">
              <a:schemeClr val="accent2"/>
            </a:gs>
          </a:gsLst>
          <a:path path="circle">
            <a:fillToRect l="50000" t="50000" r="50000" b="50000"/>
          </a:path>
          <a:tileRect/>
        </a:gradFill>
        <a:effectLst/>
      </p:bgPr>
    </p:bg>
    <p:spTree>
      <p:nvGrpSpPr>
        <p:cNvPr id="1" name="Shape 82"/>
        <p:cNvGrpSpPr/>
        <p:nvPr/>
      </p:nvGrpSpPr>
      <p:grpSpPr>
        <a:xfrm>
          <a:off x="0" y="0"/>
          <a:ext cx="0" cy="0"/>
          <a:chOff x="0" y="0"/>
          <a:chExt cx="0" cy="0"/>
        </a:xfrm>
      </p:grpSpPr>
      <p:sp>
        <p:nvSpPr>
          <p:cNvPr id="83" name="Google Shape;83;p8"/>
          <p:cNvSpPr/>
          <p:nvPr/>
        </p:nvSpPr>
        <p:spPr>
          <a:xfrm flipH="1">
            <a:off x="2266913" y="876994"/>
            <a:ext cx="4606800" cy="4323900"/>
          </a:xfrm>
          <a:prstGeom prst="rect">
            <a:avLst/>
          </a:prstGeom>
          <a:noFill/>
          <a:ln w="28575"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lvl="0" indent="0" algn="r" rtl="0">
              <a:spcBef>
                <a:spcPts val="0"/>
              </a:spcBef>
              <a:spcAft>
                <a:spcPts val="0"/>
              </a:spcAft>
              <a:buNone/>
            </a:pPr>
            <a:endParaRPr sz="1100">
              <a:solidFill>
                <a:srgbClr val="434343"/>
              </a:solidFill>
            </a:endParaRPr>
          </a:p>
        </p:txBody>
      </p:sp>
      <p:sp>
        <p:nvSpPr>
          <p:cNvPr id="84" name="Google Shape;84;p8"/>
          <p:cNvSpPr txBox="1">
            <a:spLocks noGrp="1"/>
          </p:cNvSpPr>
          <p:nvPr>
            <p:ph type="title" hasCustomPrompt="1"/>
          </p:nvPr>
        </p:nvSpPr>
        <p:spPr>
          <a:xfrm>
            <a:off x="1375175" y="2420792"/>
            <a:ext cx="6390300" cy="723300"/>
          </a:xfrm>
          <a:prstGeom prst="rect">
            <a:avLst/>
          </a:prstGeom>
        </p:spPr>
        <p:txBody>
          <a:bodyPr spcFirstLastPara="1" wrap="square" lIns="68575" tIns="34275" rIns="68575" bIns="34275" anchor="b" anchorCtr="0">
            <a:noAutofit/>
          </a:bodyPr>
          <a:lstStyle>
            <a:lvl1pPr lvl="0" algn="ctr" rtl="0">
              <a:spcBef>
                <a:spcPts val="0"/>
              </a:spcBef>
              <a:spcAft>
                <a:spcPts val="0"/>
              </a:spcAft>
              <a:buClr>
                <a:srgbClr val="FFFFFF"/>
              </a:buClr>
              <a:buSzPts val="5400"/>
              <a:buNone/>
              <a:defRPr sz="5400" b="0">
                <a:solidFill>
                  <a:srgbClr val="FFFFFF"/>
                </a:solidFill>
              </a:defRPr>
            </a:lvl1pPr>
            <a:lvl2pPr lvl="1"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2pPr>
            <a:lvl3pPr lvl="2"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3pPr>
            <a:lvl4pPr lvl="3"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4pPr>
            <a:lvl5pPr lvl="4"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5pPr>
            <a:lvl6pPr lvl="5"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6pPr>
            <a:lvl7pPr lvl="6"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7pPr>
            <a:lvl8pPr lvl="7"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8pPr>
            <a:lvl9pPr lvl="8" algn="ctr" rtl="0">
              <a:spcBef>
                <a:spcPts val="0"/>
              </a:spcBef>
              <a:spcAft>
                <a:spcPts val="0"/>
              </a:spcAft>
              <a:buClr>
                <a:srgbClr val="FFFFFF"/>
              </a:buClr>
              <a:buSzPts val="3900"/>
              <a:buFont typeface="Nunito Sans"/>
              <a:buNone/>
              <a:defRPr sz="3900" b="1">
                <a:solidFill>
                  <a:srgbClr val="FFFFFF"/>
                </a:solidFill>
                <a:latin typeface="Nunito Sans"/>
                <a:ea typeface="Nunito Sans"/>
                <a:cs typeface="Nunito Sans"/>
                <a:sym typeface="Nunito Sans"/>
              </a:defRPr>
            </a:lvl9pPr>
          </a:lstStyle>
          <a:p>
            <a:r>
              <a:t>xx%</a:t>
            </a:r>
          </a:p>
        </p:txBody>
      </p:sp>
      <p:sp>
        <p:nvSpPr>
          <p:cNvPr id="85" name="Google Shape;85;p8"/>
          <p:cNvSpPr txBox="1">
            <a:spLocks noGrp="1"/>
          </p:cNvSpPr>
          <p:nvPr>
            <p:ph type="subTitle" idx="1"/>
          </p:nvPr>
        </p:nvSpPr>
        <p:spPr>
          <a:xfrm>
            <a:off x="2895188" y="3034744"/>
            <a:ext cx="3353700" cy="2337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Font typeface="Roboto"/>
              <a:buNone/>
              <a:defRPr sz="1200">
                <a:solidFill>
                  <a:srgbClr val="FFFFFF"/>
                </a:solidFill>
              </a:defRPr>
            </a:lvl1pPr>
            <a:lvl2pPr lvl="1" algn="ctr" rtl="0">
              <a:lnSpc>
                <a:spcPct val="100000"/>
              </a:lnSpc>
              <a:spcBef>
                <a:spcPts val="400"/>
              </a:spcBef>
              <a:spcAft>
                <a:spcPts val="0"/>
              </a:spcAft>
              <a:buClr>
                <a:srgbClr val="FFFFFF"/>
              </a:buClr>
              <a:buSzPts val="900"/>
              <a:buFont typeface="Roboto"/>
              <a:buNone/>
              <a:defRPr>
                <a:solidFill>
                  <a:srgbClr val="FFFFFF"/>
                </a:solidFill>
              </a:defRPr>
            </a:lvl2pPr>
            <a:lvl3pPr lvl="2" algn="ctr" rtl="0">
              <a:lnSpc>
                <a:spcPct val="100000"/>
              </a:lnSpc>
              <a:spcBef>
                <a:spcPts val="400"/>
              </a:spcBef>
              <a:spcAft>
                <a:spcPts val="0"/>
              </a:spcAft>
              <a:buClr>
                <a:srgbClr val="FFFFFF"/>
              </a:buClr>
              <a:buSzPts val="900"/>
              <a:buFont typeface="Roboto"/>
              <a:buNone/>
              <a:defRPr>
                <a:solidFill>
                  <a:srgbClr val="FFFFFF"/>
                </a:solidFill>
              </a:defRPr>
            </a:lvl3pPr>
            <a:lvl4pPr lvl="3" algn="ctr" rtl="0">
              <a:lnSpc>
                <a:spcPct val="100000"/>
              </a:lnSpc>
              <a:spcBef>
                <a:spcPts val="400"/>
              </a:spcBef>
              <a:spcAft>
                <a:spcPts val="0"/>
              </a:spcAft>
              <a:buClr>
                <a:srgbClr val="FFFFFF"/>
              </a:buClr>
              <a:buSzPts val="900"/>
              <a:buFont typeface="Roboto"/>
              <a:buNone/>
              <a:defRPr>
                <a:solidFill>
                  <a:srgbClr val="FFFFFF"/>
                </a:solidFill>
              </a:defRPr>
            </a:lvl4pPr>
            <a:lvl5pPr lvl="4" algn="ctr" rtl="0">
              <a:lnSpc>
                <a:spcPct val="100000"/>
              </a:lnSpc>
              <a:spcBef>
                <a:spcPts val="400"/>
              </a:spcBef>
              <a:spcAft>
                <a:spcPts val="0"/>
              </a:spcAft>
              <a:buClr>
                <a:srgbClr val="FFFFFF"/>
              </a:buClr>
              <a:buSzPts val="900"/>
              <a:buFont typeface="Roboto"/>
              <a:buNone/>
              <a:defRPr>
                <a:solidFill>
                  <a:srgbClr val="FFFFFF"/>
                </a:solidFill>
              </a:defRPr>
            </a:lvl5pPr>
            <a:lvl6pPr lvl="5" algn="ctr" rtl="0">
              <a:lnSpc>
                <a:spcPct val="100000"/>
              </a:lnSpc>
              <a:spcBef>
                <a:spcPts val="400"/>
              </a:spcBef>
              <a:spcAft>
                <a:spcPts val="0"/>
              </a:spcAft>
              <a:buClr>
                <a:srgbClr val="FFFFFF"/>
              </a:buClr>
              <a:buSzPts val="900"/>
              <a:buFont typeface="Roboto"/>
              <a:buNone/>
              <a:defRPr sz="900">
                <a:solidFill>
                  <a:srgbClr val="FFFFFF"/>
                </a:solidFill>
                <a:latin typeface="Roboto"/>
                <a:ea typeface="Roboto"/>
                <a:cs typeface="Roboto"/>
                <a:sym typeface="Roboto"/>
              </a:defRPr>
            </a:lvl6pPr>
            <a:lvl7pPr lvl="6" algn="ctr" rtl="0">
              <a:lnSpc>
                <a:spcPct val="100000"/>
              </a:lnSpc>
              <a:spcBef>
                <a:spcPts val="400"/>
              </a:spcBef>
              <a:spcAft>
                <a:spcPts val="0"/>
              </a:spcAft>
              <a:buClr>
                <a:srgbClr val="FFFFFF"/>
              </a:buClr>
              <a:buSzPts val="900"/>
              <a:buFont typeface="Roboto"/>
              <a:buNone/>
              <a:defRPr sz="900">
                <a:solidFill>
                  <a:srgbClr val="FFFFFF"/>
                </a:solidFill>
                <a:latin typeface="Roboto"/>
                <a:ea typeface="Roboto"/>
                <a:cs typeface="Roboto"/>
                <a:sym typeface="Roboto"/>
              </a:defRPr>
            </a:lvl7pPr>
            <a:lvl8pPr lvl="7" algn="ctr" rtl="0">
              <a:lnSpc>
                <a:spcPct val="100000"/>
              </a:lnSpc>
              <a:spcBef>
                <a:spcPts val="400"/>
              </a:spcBef>
              <a:spcAft>
                <a:spcPts val="0"/>
              </a:spcAft>
              <a:buClr>
                <a:srgbClr val="FFFFFF"/>
              </a:buClr>
              <a:buSzPts val="900"/>
              <a:buFont typeface="Roboto"/>
              <a:buNone/>
              <a:defRPr sz="900">
                <a:solidFill>
                  <a:srgbClr val="FFFFFF"/>
                </a:solidFill>
                <a:latin typeface="Roboto"/>
                <a:ea typeface="Roboto"/>
                <a:cs typeface="Roboto"/>
                <a:sym typeface="Roboto"/>
              </a:defRPr>
            </a:lvl8pPr>
            <a:lvl9pPr lvl="8" algn="ctr" rtl="0">
              <a:lnSpc>
                <a:spcPct val="100000"/>
              </a:lnSpc>
              <a:spcBef>
                <a:spcPts val="400"/>
              </a:spcBef>
              <a:spcAft>
                <a:spcPts val="0"/>
              </a:spcAft>
              <a:buClr>
                <a:srgbClr val="FFFFFF"/>
              </a:buClr>
              <a:buSzPts val="900"/>
              <a:buFont typeface="Roboto"/>
              <a:buNone/>
              <a:defRPr sz="900">
                <a:solidFill>
                  <a:srgbClr val="FFFFFF"/>
                </a:solidFill>
                <a:latin typeface="Roboto"/>
                <a:ea typeface="Roboto"/>
                <a:cs typeface="Roboto"/>
                <a:sym typeface="Roboto"/>
              </a:defRPr>
            </a:lvl9pPr>
          </a:lstStyle>
          <a:p>
            <a:endParaRPr/>
          </a:p>
        </p:txBody>
      </p:sp>
      <p:sp>
        <p:nvSpPr>
          <p:cNvPr id="86" name="Google Shape;86;p8"/>
          <p:cNvSpPr/>
          <p:nvPr/>
        </p:nvSpPr>
        <p:spPr>
          <a:xfrm rot="10800000" flipH="1">
            <a:off x="5059867" y="0"/>
            <a:ext cx="4037101" cy="1751811"/>
          </a:xfrm>
          <a:custGeom>
            <a:avLst/>
            <a:gdLst/>
            <a:ahLst/>
            <a:cxnLst/>
            <a:rect l="l" t="t" r="r" b="b"/>
            <a:pathLst>
              <a:path w="16482" h="7152" extrusionOk="0">
                <a:moveTo>
                  <a:pt x="12713" y="1"/>
                </a:moveTo>
                <a:cubicBezTo>
                  <a:pt x="12371" y="1"/>
                  <a:pt x="12082" y="52"/>
                  <a:pt x="11867" y="166"/>
                </a:cubicBezTo>
                <a:cubicBezTo>
                  <a:pt x="9966" y="1202"/>
                  <a:pt x="12508" y="5496"/>
                  <a:pt x="10842" y="5581"/>
                </a:cubicBezTo>
                <a:cubicBezTo>
                  <a:pt x="10817" y="5582"/>
                  <a:pt x="10791" y="5583"/>
                  <a:pt x="10766" y="5583"/>
                </a:cubicBezTo>
                <a:cubicBezTo>
                  <a:pt x="9256" y="5583"/>
                  <a:pt x="8019" y="3281"/>
                  <a:pt x="6884" y="3281"/>
                </a:cubicBezTo>
                <a:cubicBezTo>
                  <a:pt x="6793" y="3281"/>
                  <a:pt x="6702" y="3296"/>
                  <a:pt x="6612" y="3328"/>
                </a:cubicBezTo>
                <a:cubicBezTo>
                  <a:pt x="5384" y="3765"/>
                  <a:pt x="6836" y="6692"/>
                  <a:pt x="5715" y="6905"/>
                </a:cubicBezTo>
                <a:cubicBezTo>
                  <a:pt x="5677" y="6913"/>
                  <a:pt x="5638" y="6916"/>
                  <a:pt x="5597" y="6916"/>
                </a:cubicBezTo>
                <a:cubicBezTo>
                  <a:pt x="4898" y="6916"/>
                  <a:pt x="3858" y="5884"/>
                  <a:pt x="2503" y="5884"/>
                </a:cubicBezTo>
                <a:cubicBezTo>
                  <a:pt x="1761" y="5884"/>
                  <a:pt x="926" y="6193"/>
                  <a:pt x="0" y="7152"/>
                </a:cubicBezTo>
                <a:lnTo>
                  <a:pt x="16481" y="7152"/>
                </a:lnTo>
                <a:lnTo>
                  <a:pt x="16481" y="935"/>
                </a:lnTo>
                <a:cubicBezTo>
                  <a:pt x="15078" y="407"/>
                  <a:pt x="13680" y="1"/>
                  <a:pt x="12713" y="1"/>
                </a:cubicBezTo>
                <a:close/>
              </a:path>
            </a:pathLst>
          </a:custGeom>
          <a:gradFill>
            <a:gsLst>
              <a:gs pos="0">
                <a:schemeClr val="accent1"/>
              </a:gs>
              <a:gs pos="100000">
                <a:schemeClr val="accent2"/>
              </a:gs>
            </a:gsLst>
            <a:path path="circle">
              <a:fillToRect l="50000" t="50000" r="50000" b="50000"/>
            </a:path>
            <a:tileRect/>
          </a:gradFill>
          <a:ln>
            <a:noFill/>
          </a:ln>
          <a:effectLst>
            <a:outerShdw blurRad="157163" dist="66675" dir="101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rot="10800000" flipH="1">
            <a:off x="6" y="3324574"/>
            <a:ext cx="4319762" cy="1818924"/>
          </a:xfrm>
          <a:custGeom>
            <a:avLst/>
            <a:gdLst/>
            <a:ahLst/>
            <a:cxnLst/>
            <a:rect l="l" t="t" r="r" b="b"/>
            <a:pathLst>
              <a:path w="17636" h="7426" extrusionOk="0">
                <a:moveTo>
                  <a:pt x="1" y="0"/>
                </a:moveTo>
                <a:lnTo>
                  <a:pt x="1" y="7337"/>
                </a:lnTo>
                <a:cubicBezTo>
                  <a:pt x="269" y="7393"/>
                  <a:pt x="537" y="7425"/>
                  <a:pt x="798" y="7425"/>
                </a:cubicBezTo>
                <a:cubicBezTo>
                  <a:pt x="1649" y="7425"/>
                  <a:pt x="2433" y="7078"/>
                  <a:pt x="2981" y="6024"/>
                </a:cubicBezTo>
                <a:cubicBezTo>
                  <a:pt x="3804" y="4415"/>
                  <a:pt x="4473" y="3985"/>
                  <a:pt x="5073" y="3985"/>
                </a:cubicBezTo>
                <a:cubicBezTo>
                  <a:pt x="5492" y="3985"/>
                  <a:pt x="5878" y="4195"/>
                  <a:pt x="6260" y="4358"/>
                </a:cubicBezTo>
                <a:cubicBezTo>
                  <a:pt x="6925" y="4645"/>
                  <a:pt x="8958" y="6071"/>
                  <a:pt x="10742" y="6071"/>
                </a:cubicBezTo>
                <a:cubicBezTo>
                  <a:pt x="11479" y="6071"/>
                  <a:pt x="12174" y="5827"/>
                  <a:pt x="12711" y="5158"/>
                </a:cubicBezTo>
                <a:cubicBezTo>
                  <a:pt x="14242" y="3274"/>
                  <a:pt x="14182" y="2723"/>
                  <a:pt x="14535" y="2723"/>
                </a:cubicBezTo>
                <a:cubicBezTo>
                  <a:pt x="14608" y="2723"/>
                  <a:pt x="14699" y="2747"/>
                  <a:pt x="14826" y="2787"/>
                </a:cubicBezTo>
                <a:cubicBezTo>
                  <a:pt x="15192" y="2904"/>
                  <a:pt x="15715" y="3135"/>
                  <a:pt x="16195" y="3135"/>
                </a:cubicBezTo>
                <a:cubicBezTo>
                  <a:pt x="16680" y="3135"/>
                  <a:pt x="17121" y="2899"/>
                  <a:pt x="17315" y="2072"/>
                </a:cubicBezTo>
                <a:cubicBezTo>
                  <a:pt x="17635" y="726"/>
                  <a:pt x="16396" y="160"/>
                  <a:pt x="15936" y="0"/>
                </a:cubicBezTo>
                <a:close/>
              </a:path>
            </a:pathLst>
          </a:custGeom>
          <a:gradFill>
            <a:gsLst>
              <a:gs pos="0">
                <a:schemeClr val="accent1"/>
              </a:gs>
              <a:gs pos="100000">
                <a:schemeClr val="accent2"/>
              </a:gs>
            </a:gsLst>
            <a:path path="circle">
              <a:fillToRect l="50000" t="50000" r="50000" b="50000"/>
            </a:path>
            <a:tileRect/>
          </a:gradFill>
          <a:ln>
            <a:noFill/>
          </a:ln>
          <a:effectLst>
            <a:outerShdw blurRad="157163" dist="19050" dir="106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10800000" flipH="1">
            <a:off x="7359611" y="0"/>
            <a:ext cx="1784388" cy="1829457"/>
          </a:xfrm>
          <a:custGeom>
            <a:avLst/>
            <a:gdLst/>
            <a:ahLst/>
            <a:cxnLst/>
            <a:rect l="l" t="t" r="r" b="b"/>
            <a:pathLst>
              <a:path w="7285" h="7469" extrusionOk="0">
                <a:moveTo>
                  <a:pt x="6450" y="1"/>
                </a:moveTo>
                <a:cubicBezTo>
                  <a:pt x="6380" y="1"/>
                  <a:pt x="6309" y="15"/>
                  <a:pt x="6238" y="45"/>
                </a:cubicBezTo>
                <a:cubicBezTo>
                  <a:pt x="5265" y="441"/>
                  <a:pt x="6675" y="2801"/>
                  <a:pt x="5875" y="3548"/>
                </a:cubicBezTo>
                <a:cubicBezTo>
                  <a:pt x="5691" y="3722"/>
                  <a:pt x="5482" y="3788"/>
                  <a:pt x="5252" y="3788"/>
                </a:cubicBezTo>
                <a:cubicBezTo>
                  <a:pt x="4549" y="3788"/>
                  <a:pt x="3649" y="3177"/>
                  <a:pt x="2672" y="3177"/>
                </a:cubicBezTo>
                <a:cubicBezTo>
                  <a:pt x="2143" y="3177"/>
                  <a:pt x="1591" y="3357"/>
                  <a:pt x="1036" y="3911"/>
                </a:cubicBezTo>
                <a:cubicBezTo>
                  <a:pt x="0" y="4948"/>
                  <a:pt x="235" y="6368"/>
                  <a:pt x="673" y="7469"/>
                </a:cubicBezTo>
                <a:lnTo>
                  <a:pt x="7285" y="7469"/>
                </a:lnTo>
                <a:lnTo>
                  <a:pt x="7285" y="515"/>
                </a:lnTo>
                <a:cubicBezTo>
                  <a:pt x="6995" y="217"/>
                  <a:pt x="6726" y="1"/>
                  <a:pt x="6450" y="1"/>
                </a:cubicBezTo>
                <a:close/>
              </a:path>
            </a:pathLst>
          </a:custGeom>
          <a:gradFill>
            <a:gsLst>
              <a:gs pos="0">
                <a:schemeClr val="accent1"/>
              </a:gs>
              <a:gs pos="100000">
                <a:schemeClr val="accent2"/>
              </a:gs>
            </a:gsLst>
            <a:path path="circle">
              <a:fillToRect l="50000" t="50000" r="50000" b="50000"/>
            </a:path>
            <a:tileRect/>
          </a:gradFill>
          <a:ln>
            <a:noFill/>
          </a:ln>
          <a:effectLst>
            <a:outerShdw blurRad="157163" dist="66675" dir="101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8"/>
          <p:cNvSpPr/>
          <p:nvPr/>
        </p:nvSpPr>
        <p:spPr>
          <a:xfrm rot="10800000" flipH="1">
            <a:off x="-132275" y="1"/>
            <a:ext cx="2896416" cy="2836160"/>
          </a:xfrm>
          <a:custGeom>
            <a:avLst/>
            <a:gdLst/>
            <a:ahLst/>
            <a:cxnLst/>
            <a:rect l="l" t="t" r="r" b="b"/>
            <a:pathLst>
              <a:path w="11825" h="11579" extrusionOk="0">
                <a:moveTo>
                  <a:pt x="524" y="1"/>
                </a:moveTo>
                <a:lnTo>
                  <a:pt x="524" y="11579"/>
                </a:lnTo>
                <a:lnTo>
                  <a:pt x="9453" y="11579"/>
                </a:lnTo>
                <a:cubicBezTo>
                  <a:pt x="9368" y="11408"/>
                  <a:pt x="9304" y="11226"/>
                  <a:pt x="9271" y="11002"/>
                </a:cubicBezTo>
                <a:cubicBezTo>
                  <a:pt x="8994" y="8876"/>
                  <a:pt x="11824" y="6195"/>
                  <a:pt x="10158" y="5405"/>
                </a:cubicBezTo>
                <a:cubicBezTo>
                  <a:pt x="10071" y="5363"/>
                  <a:pt x="9979" y="5343"/>
                  <a:pt x="9883" y="5343"/>
                </a:cubicBezTo>
                <a:cubicBezTo>
                  <a:pt x="8906" y="5343"/>
                  <a:pt x="7498" y="7379"/>
                  <a:pt x="6302" y="8662"/>
                </a:cubicBezTo>
                <a:cubicBezTo>
                  <a:pt x="5772" y="9229"/>
                  <a:pt x="5197" y="9556"/>
                  <a:pt x="4762" y="9556"/>
                </a:cubicBezTo>
                <a:cubicBezTo>
                  <a:pt x="4433" y="9556"/>
                  <a:pt x="4183" y="9370"/>
                  <a:pt x="4092" y="8961"/>
                </a:cubicBezTo>
                <a:cubicBezTo>
                  <a:pt x="3803" y="7701"/>
                  <a:pt x="5800" y="5928"/>
                  <a:pt x="4818" y="4604"/>
                </a:cubicBezTo>
                <a:cubicBezTo>
                  <a:pt x="3824" y="3279"/>
                  <a:pt x="2660" y="4326"/>
                  <a:pt x="1197" y="3215"/>
                </a:cubicBezTo>
                <a:cubicBezTo>
                  <a:pt x="0" y="2308"/>
                  <a:pt x="1496" y="908"/>
                  <a:pt x="524" y="1"/>
                </a:cubicBezTo>
                <a:close/>
              </a:path>
            </a:pathLst>
          </a:custGeom>
          <a:gradFill>
            <a:gsLst>
              <a:gs pos="0">
                <a:schemeClr val="accent1"/>
              </a:gs>
              <a:gs pos="100000">
                <a:schemeClr val="accent2"/>
              </a:gs>
            </a:gsLst>
            <a:path path="circle">
              <a:fillToRect l="50000" t="50000" r="50000" b="50000"/>
            </a:path>
            <a:tileRect/>
          </a:gradFill>
          <a:ln>
            <a:noFill/>
          </a:ln>
          <a:effectLst>
            <a:outerShdw blurRad="157163"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rot="10800000" flipH="1">
            <a:off x="-3926" y="3937414"/>
            <a:ext cx="6252828" cy="1206085"/>
          </a:xfrm>
          <a:custGeom>
            <a:avLst/>
            <a:gdLst/>
            <a:ahLst/>
            <a:cxnLst/>
            <a:rect l="l" t="t" r="r" b="b"/>
            <a:pathLst>
              <a:path w="25528" h="4924" extrusionOk="0">
                <a:moveTo>
                  <a:pt x="0" y="0"/>
                </a:moveTo>
                <a:lnTo>
                  <a:pt x="0" y="4923"/>
                </a:lnTo>
                <a:cubicBezTo>
                  <a:pt x="1550" y="3518"/>
                  <a:pt x="1590" y="405"/>
                  <a:pt x="2664" y="405"/>
                </a:cubicBezTo>
                <a:cubicBezTo>
                  <a:pt x="2701" y="405"/>
                  <a:pt x="2738" y="409"/>
                  <a:pt x="2777" y="416"/>
                </a:cubicBezTo>
                <a:cubicBezTo>
                  <a:pt x="4454" y="715"/>
                  <a:pt x="4956" y="2915"/>
                  <a:pt x="6515" y="3684"/>
                </a:cubicBezTo>
                <a:cubicBezTo>
                  <a:pt x="6748" y="3801"/>
                  <a:pt x="6966" y="3853"/>
                  <a:pt x="7169" y="3853"/>
                </a:cubicBezTo>
                <a:cubicBezTo>
                  <a:pt x="8328" y="3853"/>
                  <a:pt x="9043" y="2186"/>
                  <a:pt x="9687" y="1377"/>
                </a:cubicBezTo>
                <a:cubicBezTo>
                  <a:pt x="9901" y="1110"/>
                  <a:pt x="10157" y="974"/>
                  <a:pt x="10478" y="974"/>
                </a:cubicBezTo>
                <a:cubicBezTo>
                  <a:pt x="11308" y="974"/>
                  <a:pt x="12574" y="1881"/>
                  <a:pt x="14686" y="3738"/>
                </a:cubicBezTo>
                <a:cubicBezTo>
                  <a:pt x="15116" y="4116"/>
                  <a:pt x="15689" y="4278"/>
                  <a:pt x="16352" y="4278"/>
                </a:cubicBezTo>
                <a:cubicBezTo>
                  <a:pt x="19060" y="4278"/>
                  <a:pt x="23279" y="1587"/>
                  <a:pt x="25527" y="0"/>
                </a:cubicBezTo>
                <a:close/>
              </a:path>
            </a:pathLst>
          </a:custGeom>
          <a:gradFill>
            <a:gsLst>
              <a:gs pos="0">
                <a:schemeClr val="accent1"/>
              </a:gs>
              <a:gs pos="100000">
                <a:schemeClr val="accent2"/>
              </a:gs>
            </a:gsLst>
            <a:path path="circle">
              <a:fillToRect l="50000" t="50000" r="50000" b="50000"/>
            </a:path>
            <a:tileRect/>
          </a:gradFill>
          <a:ln>
            <a:noFill/>
          </a:ln>
          <a:effectLst>
            <a:outerShdw blurRad="157163" dist="19050" dir="106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TEXT">
  <p:cSld name="3_Título y objetos">
    <p:bg>
      <p:bgPr>
        <a:gradFill>
          <a:gsLst>
            <a:gs pos="0">
              <a:schemeClr val="accent1"/>
            </a:gs>
            <a:gs pos="100000">
              <a:schemeClr val="accent2"/>
            </a:gs>
          </a:gsLst>
          <a:path path="circle">
            <a:fillToRect l="50000" t="50000" r="50000" b="50000"/>
          </a:path>
          <a:tileRect/>
        </a:gradFill>
        <a:effectLst/>
      </p:bgPr>
    </p:bg>
    <p:spTree>
      <p:nvGrpSpPr>
        <p:cNvPr id="1" name="Shape 126"/>
        <p:cNvGrpSpPr/>
        <p:nvPr/>
      </p:nvGrpSpPr>
      <p:grpSpPr>
        <a:xfrm>
          <a:off x="0" y="0"/>
          <a:ext cx="0" cy="0"/>
          <a:chOff x="0" y="0"/>
          <a:chExt cx="0" cy="0"/>
        </a:xfrm>
      </p:grpSpPr>
      <p:sp>
        <p:nvSpPr>
          <p:cNvPr id="127" name="Google Shape;127;p12"/>
          <p:cNvSpPr/>
          <p:nvPr/>
        </p:nvSpPr>
        <p:spPr>
          <a:xfrm rot="5400000">
            <a:off x="1024675" y="95575"/>
            <a:ext cx="3457500" cy="31332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2"/>
          <p:cNvSpPr txBox="1"/>
          <p:nvPr/>
        </p:nvSpPr>
        <p:spPr>
          <a:xfrm>
            <a:off x="6772942" y="4670822"/>
            <a:ext cx="2057400" cy="273900"/>
          </a:xfrm>
          <a:prstGeom prst="rect">
            <a:avLst/>
          </a:prstGeom>
          <a:gradFill>
            <a:gsLst>
              <a:gs pos="0">
                <a:schemeClr val="accent1"/>
              </a:gs>
              <a:gs pos="100000">
                <a:schemeClr val="accent2"/>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es-ES" sz="800" b="0" i="0" u="none" strike="noStrike" cap="none">
                <a:solidFill>
                  <a:srgbClr val="FFFFFF"/>
                </a:solidFill>
                <a:latin typeface="Nunito Sans SemiBold"/>
                <a:ea typeface="Nunito Sans SemiBold"/>
                <a:cs typeface="Nunito Sans SemiBold"/>
                <a:sym typeface="Nunito Sans SemiBold"/>
              </a:rPr>
              <a:t>‹#›</a:t>
            </a:fld>
            <a:endParaRPr sz="800" b="0" i="0" u="none" strike="noStrike" cap="none">
              <a:solidFill>
                <a:srgbClr val="FFFFFF"/>
              </a:solidFill>
              <a:latin typeface="Nunito Sans SemiBold"/>
              <a:ea typeface="Nunito Sans SemiBold"/>
              <a:cs typeface="Nunito Sans SemiBold"/>
              <a:sym typeface="Nunito Sans SemiBold"/>
            </a:endParaRPr>
          </a:p>
        </p:txBody>
      </p:sp>
      <p:sp>
        <p:nvSpPr>
          <p:cNvPr id="129" name="Google Shape;129;p12"/>
          <p:cNvSpPr txBox="1">
            <a:spLocks noGrp="1"/>
          </p:cNvSpPr>
          <p:nvPr>
            <p:ph type="ctrTitle"/>
          </p:nvPr>
        </p:nvSpPr>
        <p:spPr>
          <a:xfrm flipH="1">
            <a:off x="886775" y="2340594"/>
            <a:ext cx="3158100" cy="462300"/>
          </a:xfrm>
          <a:prstGeom prst="rect">
            <a:avLst/>
          </a:prstGeom>
          <a:noFill/>
          <a:ln>
            <a:noFill/>
          </a:ln>
        </p:spPr>
        <p:txBody>
          <a:bodyPr spcFirstLastPara="1" wrap="square" lIns="68575" tIns="34275" rIns="68575" bIns="34275" anchor="ctr" anchorCtr="0">
            <a:noAutofit/>
          </a:bodyPr>
          <a:lstStyle>
            <a:lvl1pPr lvl="0" algn="r">
              <a:lnSpc>
                <a:spcPct val="90000"/>
              </a:lnSpc>
              <a:spcBef>
                <a:spcPts val="0"/>
              </a:spcBef>
              <a:spcAft>
                <a:spcPts val="0"/>
              </a:spcAft>
              <a:buClr>
                <a:srgbClr val="FFFFFF"/>
              </a:buClr>
              <a:buSzPts val="2400"/>
              <a:buNone/>
              <a:defRPr sz="2400" b="0">
                <a:solidFill>
                  <a:srgbClr val="FFFFFF"/>
                </a:solidFill>
              </a:defRPr>
            </a:lvl1pPr>
            <a:lvl2pPr lvl="1">
              <a:spcBef>
                <a:spcPts val="0"/>
              </a:spcBef>
              <a:spcAft>
                <a:spcPts val="0"/>
              </a:spcAft>
              <a:buClr>
                <a:srgbClr val="FFFFFF"/>
              </a:buClr>
              <a:buSzPts val="1100"/>
              <a:buNone/>
              <a:defRPr>
                <a:solidFill>
                  <a:srgbClr val="FFFFFF"/>
                </a:solidFill>
              </a:defRPr>
            </a:lvl2pPr>
            <a:lvl3pPr lvl="2">
              <a:spcBef>
                <a:spcPts val="0"/>
              </a:spcBef>
              <a:spcAft>
                <a:spcPts val="0"/>
              </a:spcAft>
              <a:buClr>
                <a:srgbClr val="FFFFFF"/>
              </a:buClr>
              <a:buSzPts val="1100"/>
              <a:buNone/>
              <a:defRPr>
                <a:solidFill>
                  <a:srgbClr val="FFFFFF"/>
                </a:solidFill>
              </a:defRPr>
            </a:lvl3pPr>
            <a:lvl4pPr lvl="3">
              <a:spcBef>
                <a:spcPts val="0"/>
              </a:spcBef>
              <a:spcAft>
                <a:spcPts val="0"/>
              </a:spcAft>
              <a:buClr>
                <a:srgbClr val="FFFFFF"/>
              </a:buClr>
              <a:buSzPts val="1100"/>
              <a:buNone/>
              <a:defRPr>
                <a:solidFill>
                  <a:srgbClr val="FFFFFF"/>
                </a:solidFill>
              </a:defRPr>
            </a:lvl4pPr>
            <a:lvl5pPr lvl="4">
              <a:spcBef>
                <a:spcPts val="0"/>
              </a:spcBef>
              <a:spcAft>
                <a:spcPts val="0"/>
              </a:spcAft>
              <a:buClr>
                <a:srgbClr val="FFFFFF"/>
              </a:buClr>
              <a:buSzPts val="1100"/>
              <a:buNone/>
              <a:defRPr>
                <a:solidFill>
                  <a:srgbClr val="FFFFFF"/>
                </a:solidFill>
              </a:defRPr>
            </a:lvl5pPr>
            <a:lvl6pPr lvl="5">
              <a:spcBef>
                <a:spcPts val="0"/>
              </a:spcBef>
              <a:spcAft>
                <a:spcPts val="0"/>
              </a:spcAft>
              <a:buClr>
                <a:srgbClr val="FFFFFF"/>
              </a:buClr>
              <a:buSzPts val="1100"/>
              <a:buNone/>
              <a:defRPr>
                <a:solidFill>
                  <a:srgbClr val="FFFFFF"/>
                </a:solidFill>
              </a:defRPr>
            </a:lvl6pPr>
            <a:lvl7pPr lvl="6">
              <a:spcBef>
                <a:spcPts val="0"/>
              </a:spcBef>
              <a:spcAft>
                <a:spcPts val="0"/>
              </a:spcAft>
              <a:buClr>
                <a:srgbClr val="FFFFFF"/>
              </a:buClr>
              <a:buSzPts val="1100"/>
              <a:buNone/>
              <a:defRPr>
                <a:solidFill>
                  <a:srgbClr val="FFFFFF"/>
                </a:solidFill>
              </a:defRPr>
            </a:lvl7pPr>
            <a:lvl8pPr lvl="7">
              <a:spcBef>
                <a:spcPts val="0"/>
              </a:spcBef>
              <a:spcAft>
                <a:spcPts val="0"/>
              </a:spcAft>
              <a:buClr>
                <a:srgbClr val="FFFFFF"/>
              </a:buClr>
              <a:buSzPts val="1100"/>
              <a:buNone/>
              <a:defRPr>
                <a:solidFill>
                  <a:srgbClr val="FFFFFF"/>
                </a:solidFill>
              </a:defRPr>
            </a:lvl8pPr>
            <a:lvl9pPr lvl="8">
              <a:spcBef>
                <a:spcPts val="0"/>
              </a:spcBef>
              <a:spcAft>
                <a:spcPts val="0"/>
              </a:spcAft>
              <a:buClr>
                <a:srgbClr val="FFFFFF"/>
              </a:buClr>
              <a:buSzPts val="1100"/>
              <a:buNone/>
              <a:defRPr>
                <a:solidFill>
                  <a:srgbClr val="FFFFFF"/>
                </a:solidFill>
              </a:defRPr>
            </a:lvl9pPr>
          </a:lstStyle>
          <a:p>
            <a:endParaRPr/>
          </a:p>
        </p:txBody>
      </p:sp>
      <p:sp>
        <p:nvSpPr>
          <p:cNvPr id="130" name="Google Shape;130;p12"/>
          <p:cNvSpPr txBox="1">
            <a:spLocks noGrp="1"/>
          </p:cNvSpPr>
          <p:nvPr>
            <p:ph type="subTitle" idx="1"/>
          </p:nvPr>
        </p:nvSpPr>
        <p:spPr>
          <a:xfrm>
            <a:off x="4598719" y="1815144"/>
            <a:ext cx="3353700" cy="1513200"/>
          </a:xfrm>
          <a:prstGeom prst="rect">
            <a:avLst/>
          </a:prstGeom>
        </p:spPr>
        <p:txBody>
          <a:bodyPr spcFirstLastPara="1" wrap="square" lIns="68575" tIns="34275" rIns="68575" bIns="34275" anchor="ctr" anchorCtr="0">
            <a:noAutofit/>
          </a:bodyPr>
          <a:lstStyle>
            <a:lvl1pPr lvl="0" rtl="0">
              <a:lnSpc>
                <a:spcPct val="100000"/>
              </a:lnSpc>
              <a:spcBef>
                <a:spcPts val="800"/>
              </a:spcBef>
              <a:spcAft>
                <a:spcPts val="0"/>
              </a:spcAft>
              <a:buClr>
                <a:srgbClr val="FFFFFF"/>
              </a:buClr>
              <a:buSzPts val="1200"/>
              <a:buNone/>
              <a:defRPr sz="1200">
                <a:solidFill>
                  <a:srgbClr val="FFFFFF"/>
                </a:solidFill>
              </a:defRPr>
            </a:lvl1pPr>
            <a:lvl2pPr lvl="1" rtl="0">
              <a:lnSpc>
                <a:spcPct val="100000"/>
              </a:lnSpc>
              <a:spcBef>
                <a:spcPts val="400"/>
              </a:spcBef>
              <a:spcAft>
                <a:spcPts val="0"/>
              </a:spcAft>
              <a:buClr>
                <a:srgbClr val="FFFFFF"/>
              </a:buClr>
              <a:buSzPts val="1200"/>
              <a:buNone/>
              <a:defRPr sz="1200">
                <a:solidFill>
                  <a:srgbClr val="FFFFFF"/>
                </a:solidFill>
              </a:defRPr>
            </a:lvl2pPr>
            <a:lvl3pPr lvl="2" rtl="0">
              <a:lnSpc>
                <a:spcPct val="100000"/>
              </a:lnSpc>
              <a:spcBef>
                <a:spcPts val="400"/>
              </a:spcBef>
              <a:spcAft>
                <a:spcPts val="0"/>
              </a:spcAft>
              <a:buClr>
                <a:srgbClr val="FFFFFF"/>
              </a:buClr>
              <a:buSzPts val="1200"/>
              <a:buNone/>
              <a:defRPr sz="1200">
                <a:solidFill>
                  <a:srgbClr val="FFFFFF"/>
                </a:solidFill>
              </a:defRPr>
            </a:lvl3pPr>
            <a:lvl4pPr lvl="3" rtl="0">
              <a:lnSpc>
                <a:spcPct val="100000"/>
              </a:lnSpc>
              <a:spcBef>
                <a:spcPts val="400"/>
              </a:spcBef>
              <a:spcAft>
                <a:spcPts val="0"/>
              </a:spcAft>
              <a:buClr>
                <a:srgbClr val="FFFFFF"/>
              </a:buClr>
              <a:buSzPts val="1200"/>
              <a:buNone/>
              <a:defRPr sz="1200">
                <a:solidFill>
                  <a:srgbClr val="FFFFFF"/>
                </a:solidFill>
              </a:defRPr>
            </a:lvl4pPr>
            <a:lvl5pPr lvl="4" rtl="0">
              <a:lnSpc>
                <a:spcPct val="100000"/>
              </a:lnSpc>
              <a:spcBef>
                <a:spcPts val="400"/>
              </a:spcBef>
              <a:spcAft>
                <a:spcPts val="0"/>
              </a:spcAft>
              <a:buClr>
                <a:srgbClr val="FFFFFF"/>
              </a:buClr>
              <a:buSzPts val="1200"/>
              <a:buNone/>
              <a:defRPr sz="1200">
                <a:solidFill>
                  <a:srgbClr val="FFFFFF"/>
                </a:solidFill>
              </a:defRPr>
            </a:lvl5pPr>
            <a:lvl6pPr lvl="5" rtl="0">
              <a:lnSpc>
                <a:spcPct val="100000"/>
              </a:lnSpc>
              <a:spcBef>
                <a:spcPts val="400"/>
              </a:spcBef>
              <a:spcAft>
                <a:spcPts val="0"/>
              </a:spcAft>
              <a:buClr>
                <a:srgbClr val="FFFFFF"/>
              </a:buClr>
              <a:buSzPts val="1200"/>
              <a:buNone/>
              <a:defRPr sz="1200">
                <a:solidFill>
                  <a:srgbClr val="FFFFFF"/>
                </a:solidFill>
              </a:defRPr>
            </a:lvl6pPr>
            <a:lvl7pPr lvl="6" rtl="0">
              <a:lnSpc>
                <a:spcPct val="100000"/>
              </a:lnSpc>
              <a:spcBef>
                <a:spcPts val="400"/>
              </a:spcBef>
              <a:spcAft>
                <a:spcPts val="0"/>
              </a:spcAft>
              <a:buClr>
                <a:srgbClr val="FFFFFF"/>
              </a:buClr>
              <a:buSzPts val="1200"/>
              <a:buNone/>
              <a:defRPr sz="1200">
                <a:solidFill>
                  <a:srgbClr val="FFFFFF"/>
                </a:solidFill>
              </a:defRPr>
            </a:lvl7pPr>
            <a:lvl8pPr lvl="7" rtl="0">
              <a:lnSpc>
                <a:spcPct val="100000"/>
              </a:lnSpc>
              <a:spcBef>
                <a:spcPts val="400"/>
              </a:spcBef>
              <a:spcAft>
                <a:spcPts val="0"/>
              </a:spcAft>
              <a:buClr>
                <a:srgbClr val="FFFFFF"/>
              </a:buClr>
              <a:buSzPts val="1200"/>
              <a:buNone/>
              <a:defRPr sz="1200">
                <a:solidFill>
                  <a:srgbClr val="FFFFFF"/>
                </a:solidFill>
              </a:defRPr>
            </a:lvl8pPr>
            <a:lvl9pPr lvl="8"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31" name="Google Shape;131;p12"/>
          <p:cNvSpPr/>
          <p:nvPr/>
        </p:nvSpPr>
        <p:spPr>
          <a:xfrm>
            <a:off x="0" y="3237663"/>
            <a:ext cx="5957203" cy="1901058"/>
          </a:xfrm>
          <a:custGeom>
            <a:avLst/>
            <a:gdLst/>
            <a:ahLst/>
            <a:cxnLst/>
            <a:rect l="l" t="t" r="r" b="b"/>
            <a:pathLst>
              <a:path w="23488" h="7151" extrusionOk="0">
                <a:moveTo>
                  <a:pt x="4309" y="0"/>
                </a:moveTo>
                <a:cubicBezTo>
                  <a:pt x="3860" y="0"/>
                  <a:pt x="3401" y="111"/>
                  <a:pt x="2937" y="369"/>
                </a:cubicBezTo>
                <a:cubicBezTo>
                  <a:pt x="716" y="1608"/>
                  <a:pt x="331" y="2249"/>
                  <a:pt x="1" y="2270"/>
                </a:cubicBezTo>
                <a:lnTo>
                  <a:pt x="1" y="7151"/>
                </a:lnTo>
                <a:lnTo>
                  <a:pt x="23487" y="7151"/>
                </a:lnTo>
                <a:lnTo>
                  <a:pt x="22986" y="6040"/>
                </a:lnTo>
                <a:cubicBezTo>
                  <a:pt x="22986" y="6040"/>
                  <a:pt x="22583" y="6740"/>
                  <a:pt x="21847" y="6740"/>
                </a:cubicBezTo>
                <a:cubicBezTo>
                  <a:pt x="21511" y="6740"/>
                  <a:pt x="21105" y="6594"/>
                  <a:pt x="20636" y="6168"/>
                </a:cubicBezTo>
                <a:cubicBezTo>
                  <a:pt x="19503" y="5133"/>
                  <a:pt x="17832" y="2884"/>
                  <a:pt x="15899" y="2884"/>
                </a:cubicBezTo>
                <a:cubicBezTo>
                  <a:pt x="15280" y="2884"/>
                  <a:pt x="14635" y="3115"/>
                  <a:pt x="13971" y="3690"/>
                </a:cubicBezTo>
                <a:cubicBezTo>
                  <a:pt x="12757" y="4748"/>
                  <a:pt x="11936" y="5109"/>
                  <a:pt x="11324" y="5109"/>
                </a:cubicBezTo>
                <a:cubicBezTo>
                  <a:pt x="10559" y="5109"/>
                  <a:pt x="10120" y="4544"/>
                  <a:pt x="9645" y="4075"/>
                </a:cubicBezTo>
                <a:cubicBezTo>
                  <a:pt x="8931" y="3361"/>
                  <a:pt x="6779" y="0"/>
                  <a:pt x="430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2"/>
          <p:cNvSpPr/>
          <p:nvPr/>
        </p:nvSpPr>
        <p:spPr>
          <a:xfrm>
            <a:off x="0" y="0"/>
            <a:ext cx="2924434" cy="1144956"/>
          </a:xfrm>
          <a:custGeom>
            <a:avLst/>
            <a:gdLst/>
            <a:ahLst/>
            <a:cxnLst/>
            <a:rect l="l" t="t" r="r" b="b"/>
            <a:pathLst>
              <a:path w="10393" h="4069" extrusionOk="0">
                <a:moveTo>
                  <a:pt x="1" y="0"/>
                </a:moveTo>
                <a:lnTo>
                  <a:pt x="1" y="2147"/>
                </a:lnTo>
                <a:cubicBezTo>
                  <a:pt x="1283" y="2770"/>
                  <a:pt x="4105" y="4069"/>
                  <a:pt x="5549" y="4069"/>
                </a:cubicBezTo>
                <a:cubicBezTo>
                  <a:pt x="5789" y="4069"/>
                  <a:pt x="5991" y="4033"/>
                  <a:pt x="6142" y="3952"/>
                </a:cubicBezTo>
                <a:cubicBezTo>
                  <a:pt x="7488" y="3226"/>
                  <a:pt x="5693" y="182"/>
                  <a:pt x="6868" y="118"/>
                </a:cubicBezTo>
                <a:cubicBezTo>
                  <a:pt x="6884" y="117"/>
                  <a:pt x="6900" y="117"/>
                  <a:pt x="6916" y="117"/>
                </a:cubicBezTo>
                <a:cubicBezTo>
                  <a:pt x="7983" y="117"/>
                  <a:pt x="8866" y="1753"/>
                  <a:pt x="9668" y="1753"/>
                </a:cubicBezTo>
                <a:cubicBezTo>
                  <a:pt x="9732" y="1753"/>
                  <a:pt x="9795" y="1743"/>
                  <a:pt x="9859" y="1720"/>
                </a:cubicBezTo>
                <a:cubicBezTo>
                  <a:pt x="10393" y="1528"/>
                  <a:pt x="10212" y="662"/>
                  <a:pt x="1017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2"/>
          <p:cNvSpPr/>
          <p:nvPr/>
        </p:nvSpPr>
        <p:spPr>
          <a:xfrm>
            <a:off x="4888126" y="0"/>
            <a:ext cx="4255880" cy="2343529"/>
          </a:xfrm>
          <a:custGeom>
            <a:avLst/>
            <a:gdLst/>
            <a:ahLst/>
            <a:cxnLst/>
            <a:rect l="l" t="t" r="r" b="b"/>
            <a:pathLst>
              <a:path w="13235" h="7288" extrusionOk="0">
                <a:moveTo>
                  <a:pt x="0" y="0"/>
                </a:moveTo>
                <a:cubicBezTo>
                  <a:pt x="744" y="852"/>
                  <a:pt x="2515" y="2586"/>
                  <a:pt x="4780" y="2586"/>
                </a:cubicBezTo>
                <a:cubicBezTo>
                  <a:pt x="4957" y="2586"/>
                  <a:pt x="5137" y="2576"/>
                  <a:pt x="5319" y="2553"/>
                </a:cubicBezTo>
                <a:cubicBezTo>
                  <a:pt x="7444" y="2289"/>
                  <a:pt x="9223" y="1574"/>
                  <a:pt x="10455" y="1574"/>
                </a:cubicBezTo>
                <a:cubicBezTo>
                  <a:pt x="11113" y="1574"/>
                  <a:pt x="11615" y="1778"/>
                  <a:pt x="11931" y="2361"/>
                </a:cubicBezTo>
                <a:cubicBezTo>
                  <a:pt x="12839" y="4038"/>
                  <a:pt x="11343" y="7156"/>
                  <a:pt x="12978" y="7285"/>
                </a:cubicBezTo>
                <a:cubicBezTo>
                  <a:pt x="12993" y="7287"/>
                  <a:pt x="13009" y="7288"/>
                  <a:pt x="13024" y="7288"/>
                </a:cubicBezTo>
                <a:cubicBezTo>
                  <a:pt x="13094" y="7288"/>
                  <a:pt x="13164" y="7268"/>
                  <a:pt x="13234" y="7242"/>
                </a:cubicBezTo>
                <a:lnTo>
                  <a:pt x="13234" y="0"/>
                </a:ln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2"/>
          <p:cNvSpPr/>
          <p:nvPr/>
        </p:nvSpPr>
        <p:spPr>
          <a:xfrm>
            <a:off x="3807376" y="4360684"/>
            <a:ext cx="1608227" cy="778039"/>
          </a:xfrm>
          <a:custGeom>
            <a:avLst/>
            <a:gdLst/>
            <a:ahLst/>
            <a:cxnLst/>
            <a:rect l="l" t="t" r="r" b="b"/>
            <a:pathLst>
              <a:path w="5865" h="2707" extrusionOk="0">
                <a:moveTo>
                  <a:pt x="2605" y="1"/>
                </a:moveTo>
                <a:cubicBezTo>
                  <a:pt x="1421" y="1"/>
                  <a:pt x="755" y="1721"/>
                  <a:pt x="129" y="2568"/>
                </a:cubicBezTo>
                <a:cubicBezTo>
                  <a:pt x="86" y="2611"/>
                  <a:pt x="43" y="2664"/>
                  <a:pt x="1" y="2707"/>
                </a:cubicBezTo>
                <a:lnTo>
                  <a:pt x="5864" y="2707"/>
                </a:lnTo>
                <a:cubicBezTo>
                  <a:pt x="4978" y="1938"/>
                  <a:pt x="4358" y="656"/>
                  <a:pt x="3215" y="143"/>
                </a:cubicBezTo>
                <a:cubicBezTo>
                  <a:pt x="2997" y="45"/>
                  <a:pt x="2795" y="1"/>
                  <a:pt x="2605" y="1"/>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2"/>
          <p:cNvSpPr/>
          <p:nvPr/>
        </p:nvSpPr>
        <p:spPr>
          <a:xfrm>
            <a:off x="0" y="4248016"/>
            <a:ext cx="3347799" cy="890707"/>
          </a:xfrm>
          <a:custGeom>
            <a:avLst/>
            <a:gdLst/>
            <a:ahLst/>
            <a:cxnLst/>
            <a:rect l="l" t="t" r="r" b="b"/>
            <a:pathLst>
              <a:path w="12209" h="3099" extrusionOk="0">
                <a:moveTo>
                  <a:pt x="6332" y="0"/>
                </a:moveTo>
                <a:cubicBezTo>
                  <a:pt x="4270" y="0"/>
                  <a:pt x="1769" y="858"/>
                  <a:pt x="1" y="1593"/>
                </a:cubicBezTo>
                <a:lnTo>
                  <a:pt x="1" y="3099"/>
                </a:lnTo>
                <a:lnTo>
                  <a:pt x="12208" y="3099"/>
                </a:lnTo>
                <a:cubicBezTo>
                  <a:pt x="11418" y="2714"/>
                  <a:pt x="10371" y="1935"/>
                  <a:pt x="8940" y="760"/>
                </a:cubicBezTo>
                <a:cubicBezTo>
                  <a:pt x="8276" y="213"/>
                  <a:pt x="7359" y="0"/>
                  <a:pt x="6332"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2"/>
          <p:cNvSpPr/>
          <p:nvPr/>
        </p:nvSpPr>
        <p:spPr>
          <a:xfrm>
            <a:off x="5697850" y="3760275"/>
            <a:ext cx="3446155" cy="1378454"/>
          </a:xfrm>
          <a:custGeom>
            <a:avLst/>
            <a:gdLst/>
            <a:ahLst/>
            <a:cxnLst/>
            <a:rect l="l" t="t" r="r" b="b"/>
            <a:pathLst>
              <a:path w="11622" h="4796" extrusionOk="0">
                <a:moveTo>
                  <a:pt x="3676" y="0"/>
                </a:moveTo>
                <a:cubicBezTo>
                  <a:pt x="923" y="0"/>
                  <a:pt x="695" y="3396"/>
                  <a:pt x="0" y="4796"/>
                </a:cubicBezTo>
                <a:lnTo>
                  <a:pt x="11621" y="4796"/>
                </a:lnTo>
                <a:lnTo>
                  <a:pt x="11621" y="2382"/>
                </a:lnTo>
                <a:cubicBezTo>
                  <a:pt x="9944" y="1677"/>
                  <a:pt x="7712" y="940"/>
                  <a:pt x="4796" y="160"/>
                </a:cubicBezTo>
                <a:cubicBezTo>
                  <a:pt x="4382" y="50"/>
                  <a:pt x="4010" y="0"/>
                  <a:pt x="3676"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2"/>
          <p:cNvSpPr/>
          <p:nvPr/>
        </p:nvSpPr>
        <p:spPr>
          <a:xfrm>
            <a:off x="0" y="0"/>
            <a:ext cx="1917920" cy="1664674"/>
          </a:xfrm>
          <a:custGeom>
            <a:avLst/>
            <a:gdLst/>
            <a:ahLst/>
            <a:cxnLst/>
            <a:rect l="l" t="t" r="r" b="b"/>
            <a:pathLst>
              <a:path w="6816" h="5916" extrusionOk="0">
                <a:moveTo>
                  <a:pt x="1" y="0"/>
                </a:moveTo>
                <a:lnTo>
                  <a:pt x="1" y="5597"/>
                </a:lnTo>
                <a:cubicBezTo>
                  <a:pt x="220" y="5784"/>
                  <a:pt x="427" y="5916"/>
                  <a:pt x="641" y="5916"/>
                </a:cubicBezTo>
                <a:cubicBezTo>
                  <a:pt x="708" y="5916"/>
                  <a:pt x="775" y="5903"/>
                  <a:pt x="844" y="5875"/>
                </a:cubicBezTo>
                <a:cubicBezTo>
                  <a:pt x="1816" y="5469"/>
                  <a:pt x="407" y="3109"/>
                  <a:pt x="1207" y="2361"/>
                </a:cubicBezTo>
                <a:cubicBezTo>
                  <a:pt x="1391" y="2190"/>
                  <a:pt x="1600" y="2125"/>
                  <a:pt x="1829" y="2125"/>
                </a:cubicBezTo>
                <a:cubicBezTo>
                  <a:pt x="2536" y="2125"/>
                  <a:pt x="3436" y="2738"/>
                  <a:pt x="4414" y="2738"/>
                </a:cubicBezTo>
                <a:cubicBezTo>
                  <a:pt x="4942" y="2738"/>
                  <a:pt x="5492" y="2559"/>
                  <a:pt x="6046" y="2008"/>
                </a:cubicBezTo>
                <a:cubicBezTo>
                  <a:pt x="6633" y="1421"/>
                  <a:pt x="6815" y="705"/>
                  <a:pt x="6772"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1727">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SUBTITLE">
  <p:cSld name="4_Título y objetos">
    <p:bg>
      <p:bgPr>
        <a:gradFill>
          <a:gsLst>
            <a:gs pos="0">
              <a:schemeClr val="accent1"/>
            </a:gs>
            <a:gs pos="100000">
              <a:schemeClr val="accent2"/>
            </a:gs>
          </a:gsLst>
          <a:path path="circle">
            <a:fillToRect l="50000" t="50000" r="50000" b="50000"/>
          </a:path>
          <a:tileRect/>
        </a:gradFill>
        <a:effectLst/>
      </p:bgPr>
    </p:bg>
    <p:spTree>
      <p:nvGrpSpPr>
        <p:cNvPr id="1" name="Shape 138"/>
        <p:cNvGrpSpPr/>
        <p:nvPr/>
      </p:nvGrpSpPr>
      <p:grpSpPr>
        <a:xfrm>
          <a:off x="0" y="0"/>
          <a:ext cx="0" cy="0"/>
          <a:chOff x="0" y="0"/>
          <a:chExt cx="0" cy="0"/>
        </a:xfrm>
      </p:grpSpPr>
      <p:sp>
        <p:nvSpPr>
          <p:cNvPr id="139" name="Google Shape;139;p13"/>
          <p:cNvSpPr/>
          <p:nvPr/>
        </p:nvSpPr>
        <p:spPr>
          <a:xfrm>
            <a:off x="263219" y="1498888"/>
            <a:ext cx="8213700" cy="2192400"/>
          </a:xfrm>
          <a:prstGeom prst="rect">
            <a:avLst/>
          </a:prstGeom>
          <a:noFill/>
          <a:ln w="28575"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40" name="Google Shape;140;p13"/>
          <p:cNvSpPr txBox="1"/>
          <p:nvPr/>
        </p:nvSpPr>
        <p:spPr>
          <a:xfrm>
            <a:off x="6772942" y="4673209"/>
            <a:ext cx="2057400" cy="273900"/>
          </a:xfrm>
          <a:prstGeom prst="rect">
            <a:avLst/>
          </a:prstGeom>
          <a:gradFill>
            <a:gsLst>
              <a:gs pos="0">
                <a:schemeClr val="accent1"/>
              </a:gs>
              <a:gs pos="100000">
                <a:schemeClr val="accent2"/>
              </a:gs>
            </a:gsLst>
            <a:path path="circle">
              <a:fillToRect l="50000" t="50000" r="50000" b="50000"/>
            </a:path>
            <a:tileRect/>
          </a:grad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es-ES" sz="800" b="0" i="0" u="none" strike="noStrike" cap="none">
                <a:solidFill>
                  <a:srgbClr val="FFFFFF"/>
                </a:solidFill>
                <a:latin typeface="Nunito Sans SemiBold"/>
                <a:ea typeface="Nunito Sans SemiBold"/>
                <a:cs typeface="Nunito Sans SemiBold"/>
                <a:sym typeface="Nunito Sans SemiBold"/>
              </a:rPr>
              <a:t>‹#›</a:t>
            </a:fld>
            <a:endParaRPr sz="800" b="0" i="0" u="none" strike="noStrike" cap="none">
              <a:solidFill>
                <a:srgbClr val="FFFFFF"/>
              </a:solidFill>
              <a:latin typeface="Nunito Sans SemiBold"/>
              <a:ea typeface="Nunito Sans SemiBold"/>
              <a:cs typeface="Nunito Sans SemiBold"/>
              <a:sym typeface="Nunito Sans SemiBold"/>
            </a:endParaRPr>
          </a:p>
        </p:txBody>
      </p:sp>
      <p:sp>
        <p:nvSpPr>
          <p:cNvPr id="141" name="Google Shape;141;p13"/>
          <p:cNvSpPr txBox="1">
            <a:spLocks noGrp="1"/>
          </p:cNvSpPr>
          <p:nvPr>
            <p:ph type="ctrTitle"/>
          </p:nvPr>
        </p:nvSpPr>
        <p:spPr>
          <a:xfrm flipH="1">
            <a:off x="2267119" y="1953315"/>
            <a:ext cx="1979700" cy="1241400"/>
          </a:xfrm>
          <a:prstGeom prst="rect">
            <a:avLst/>
          </a:prstGeom>
          <a:noFill/>
          <a:ln>
            <a:noFill/>
          </a:ln>
        </p:spPr>
        <p:txBody>
          <a:bodyPr spcFirstLastPara="1" wrap="square" lIns="68575" tIns="34275" rIns="68575" bIns="34275" anchor="ctr" anchorCtr="0">
            <a:noAutofit/>
          </a:bodyPr>
          <a:lstStyle>
            <a:lvl1pPr lvl="0" algn="r">
              <a:lnSpc>
                <a:spcPct val="90000"/>
              </a:lnSpc>
              <a:spcBef>
                <a:spcPts val="0"/>
              </a:spcBef>
              <a:spcAft>
                <a:spcPts val="0"/>
              </a:spcAft>
              <a:buClr>
                <a:srgbClr val="FFFFFF"/>
              </a:buClr>
              <a:buSzPts val="2100"/>
              <a:buNone/>
              <a:defRPr sz="2100" b="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42" name="Google Shape;142;p13"/>
          <p:cNvSpPr txBox="1">
            <a:spLocks noGrp="1"/>
          </p:cNvSpPr>
          <p:nvPr>
            <p:ph type="subTitle" idx="1"/>
          </p:nvPr>
        </p:nvSpPr>
        <p:spPr>
          <a:xfrm flipH="1">
            <a:off x="4493231" y="2384065"/>
            <a:ext cx="2383500" cy="3804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800"/>
              </a:spcBef>
              <a:spcAft>
                <a:spcPts val="0"/>
              </a:spcAft>
              <a:buClr>
                <a:srgbClr val="FFFFFF"/>
              </a:buClr>
              <a:buSzPts val="1200"/>
              <a:buNone/>
              <a:defRPr sz="1200">
                <a:solidFill>
                  <a:srgbClr val="FFFFFF"/>
                </a:solidFill>
              </a:defRPr>
            </a:lvl1pPr>
            <a:lvl2pPr lvl="1" algn="ctr">
              <a:lnSpc>
                <a:spcPct val="90000"/>
              </a:lnSpc>
              <a:spcBef>
                <a:spcPts val="400"/>
              </a:spcBef>
              <a:spcAft>
                <a:spcPts val="0"/>
              </a:spcAft>
              <a:buClr>
                <a:srgbClr val="FFFFFF"/>
              </a:buClr>
              <a:buSzPts val="1500"/>
              <a:buNone/>
              <a:defRPr sz="1500">
                <a:solidFill>
                  <a:srgbClr val="FFFFFF"/>
                </a:solidFill>
              </a:defRPr>
            </a:lvl2pPr>
            <a:lvl3pPr lvl="2" algn="ctr">
              <a:lnSpc>
                <a:spcPct val="90000"/>
              </a:lnSpc>
              <a:spcBef>
                <a:spcPts val="400"/>
              </a:spcBef>
              <a:spcAft>
                <a:spcPts val="0"/>
              </a:spcAft>
              <a:buClr>
                <a:srgbClr val="FFFFFF"/>
              </a:buClr>
              <a:buSzPts val="1400"/>
              <a:buNone/>
              <a:defRPr sz="1400">
                <a:solidFill>
                  <a:srgbClr val="FFFFFF"/>
                </a:solidFill>
              </a:defRPr>
            </a:lvl3pPr>
            <a:lvl4pPr lvl="3" algn="ctr">
              <a:lnSpc>
                <a:spcPct val="90000"/>
              </a:lnSpc>
              <a:spcBef>
                <a:spcPts val="400"/>
              </a:spcBef>
              <a:spcAft>
                <a:spcPts val="0"/>
              </a:spcAft>
              <a:buClr>
                <a:srgbClr val="FFFFFF"/>
              </a:buClr>
              <a:buSzPts val="1200"/>
              <a:buNone/>
              <a:defRPr sz="1200">
                <a:solidFill>
                  <a:srgbClr val="FFFFFF"/>
                </a:solidFill>
              </a:defRPr>
            </a:lvl4pPr>
            <a:lvl5pPr lvl="4" algn="ctr">
              <a:lnSpc>
                <a:spcPct val="90000"/>
              </a:lnSpc>
              <a:spcBef>
                <a:spcPts val="400"/>
              </a:spcBef>
              <a:spcAft>
                <a:spcPts val="0"/>
              </a:spcAft>
              <a:buClr>
                <a:srgbClr val="FFFFFF"/>
              </a:buClr>
              <a:buSzPts val="1200"/>
              <a:buNone/>
              <a:defRPr sz="1200">
                <a:solidFill>
                  <a:srgbClr val="FFFFFF"/>
                </a:solidFill>
              </a:defRPr>
            </a:lvl5pPr>
            <a:lvl6pPr lvl="5" algn="ctr">
              <a:lnSpc>
                <a:spcPct val="90000"/>
              </a:lnSpc>
              <a:spcBef>
                <a:spcPts val="400"/>
              </a:spcBef>
              <a:spcAft>
                <a:spcPts val="0"/>
              </a:spcAft>
              <a:buClr>
                <a:srgbClr val="FFFFFF"/>
              </a:buClr>
              <a:buSzPts val="1200"/>
              <a:buNone/>
              <a:defRPr sz="1200">
                <a:solidFill>
                  <a:srgbClr val="FFFFFF"/>
                </a:solidFill>
              </a:defRPr>
            </a:lvl6pPr>
            <a:lvl7pPr lvl="6" algn="ctr">
              <a:lnSpc>
                <a:spcPct val="90000"/>
              </a:lnSpc>
              <a:spcBef>
                <a:spcPts val="400"/>
              </a:spcBef>
              <a:spcAft>
                <a:spcPts val="0"/>
              </a:spcAft>
              <a:buClr>
                <a:srgbClr val="FFFFFF"/>
              </a:buClr>
              <a:buSzPts val="1200"/>
              <a:buNone/>
              <a:defRPr sz="1200">
                <a:solidFill>
                  <a:srgbClr val="FFFFFF"/>
                </a:solidFill>
              </a:defRPr>
            </a:lvl7pPr>
            <a:lvl8pPr lvl="7" algn="ctr">
              <a:lnSpc>
                <a:spcPct val="90000"/>
              </a:lnSpc>
              <a:spcBef>
                <a:spcPts val="400"/>
              </a:spcBef>
              <a:spcAft>
                <a:spcPts val="0"/>
              </a:spcAft>
              <a:buClr>
                <a:srgbClr val="FFFFFF"/>
              </a:buClr>
              <a:buSzPts val="1200"/>
              <a:buNone/>
              <a:defRPr sz="1200">
                <a:solidFill>
                  <a:srgbClr val="FFFFFF"/>
                </a:solidFill>
              </a:defRPr>
            </a:lvl8pPr>
            <a:lvl9pPr lvl="8" algn="ctr">
              <a:lnSpc>
                <a:spcPct val="90000"/>
              </a:lnSpc>
              <a:spcBef>
                <a:spcPts val="400"/>
              </a:spcBef>
              <a:spcAft>
                <a:spcPts val="0"/>
              </a:spcAft>
              <a:buClr>
                <a:srgbClr val="FFFFFF"/>
              </a:buClr>
              <a:buSzPts val="1200"/>
              <a:buNone/>
              <a:defRPr sz="1200">
                <a:solidFill>
                  <a:srgbClr val="FFFFFF"/>
                </a:solidFill>
              </a:defRPr>
            </a:lvl9pPr>
          </a:lstStyle>
          <a:p>
            <a:endParaRPr/>
          </a:p>
        </p:txBody>
      </p:sp>
      <p:cxnSp>
        <p:nvCxnSpPr>
          <p:cNvPr id="143" name="Google Shape;143;p13"/>
          <p:cNvCxnSpPr/>
          <p:nvPr/>
        </p:nvCxnSpPr>
        <p:spPr>
          <a:xfrm>
            <a:off x="4370063" y="2151234"/>
            <a:ext cx="0" cy="887700"/>
          </a:xfrm>
          <a:prstGeom prst="straightConnector1">
            <a:avLst/>
          </a:prstGeom>
          <a:noFill/>
          <a:ln w="28575" cap="flat" cmpd="sng">
            <a:solidFill>
              <a:srgbClr val="FFFFFF"/>
            </a:solidFill>
            <a:prstDash val="solid"/>
            <a:round/>
            <a:headEnd type="none" w="med" len="med"/>
            <a:tailEnd type="none" w="med" len="med"/>
          </a:ln>
        </p:spPr>
      </p:cxnSp>
      <p:sp>
        <p:nvSpPr>
          <p:cNvPr id="144" name="Google Shape;144;p13"/>
          <p:cNvSpPr/>
          <p:nvPr/>
        </p:nvSpPr>
        <p:spPr>
          <a:xfrm rot="10800000">
            <a:off x="2410401" y="2397"/>
            <a:ext cx="6733599" cy="2148840"/>
          </a:xfrm>
          <a:custGeom>
            <a:avLst/>
            <a:gdLst/>
            <a:ahLst/>
            <a:cxnLst/>
            <a:rect l="l" t="t" r="r" b="b"/>
            <a:pathLst>
              <a:path w="23488" h="7151" extrusionOk="0">
                <a:moveTo>
                  <a:pt x="4309" y="0"/>
                </a:moveTo>
                <a:cubicBezTo>
                  <a:pt x="3860" y="0"/>
                  <a:pt x="3401" y="111"/>
                  <a:pt x="2937" y="369"/>
                </a:cubicBezTo>
                <a:cubicBezTo>
                  <a:pt x="716" y="1608"/>
                  <a:pt x="331" y="2249"/>
                  <a:pt x="1" y="2270"/>
                </a:cubicBezTo>
                <a:lnTo>
                  <a:pt x="1" y="7151"/>
                </a:lnTo>
                <a:lnTo>
                  <a:pt x="23487" y="7151"/>
                </a:lnTo>
                <a:lnTo>
                  <a:pt x="22986" y="6040"/>
                </a:lnTo>
                <a:cubicBezTo>
                  <a:pt x="22986" y="6040"/>
                  <a:pt x="22583" y="6740"/>
                  <a:pt x="21847" y="6740"/>
                </a:cubicBezTo>
                <a:cubicBezTo>
                  <a:pt x="21511" y="6740"/>
                  <a:pt x="21105" y="6594"/>
                  <a:pt x="20636" y="6168"/>
                </a:cubicBezTo>
                <a:cubicBezTo>
                  <a:pt x="19503" y="5133"/>
                  <a:pt x="17832" y="2884"/>
                  <a:pt x="15899" y="2884"/>
                </a:cubicBezTo>
                <a:cubicBezTo>
                  <a:pt x="15280" y="2884"/>
                  <a:pt x="14635" y="3115"/>
                  <a:pt x="13971" y="3690"/>
                </a:cubicBezTo>
                <a:cubicBezTo>
                  <a:pt x="12757" y="4748"/>
                  <a:pt x="11936" y="5109"/>
                  <a:pt x="11324" y="5109"/>
                </a:cubicBezTo>
                <a:cubicBezTo>
                  <a:pt x="10559" y="5109"/>
                  <a:pt x="10120" y="4544"/>
                  <a:pt x="9645" y="4075"/>
                </a:cubicBezTo>
                <a:cubicBezTo>
                  <a:pt x="8931" y="3361"/>
                  <a:pt x="6779" y="0"/>
                  <a:pt x="430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3"/>
          <p:cNvSpPr/>
          <p:nvPr/>
        </p:nvSpPr>
        <p:spPr>
          <a:xfrm rot="10800000">
            <a:off x="5292458" y="3633192"/>
            <a:ext cx="3851542" cy="1507921"/>
          </a:xfrm>
          <a:custGeom>
            <a:avLst/>
            <a:gdLst/>
            <a:ahLst/>
            <a:cxnLst/>
            <a:rect l="l" t="t" r="r" b="b"/>
            <a:pathLst>
              <a:path w="10393" h="4069" extrusionOk="0">
                <a:moveTo>
                  <a:pt x="1" y="0"/>
                </a:moveTo>
                <a:lnTo>
                  <a:pt x="1" y="2147"/>
                </a:lnTo>
                <a:cubicBezTo>
                  <a:pt x="1283" y="2770"/>
                  <a:pt x="4105" y="4069"/>
                  <a:pt x="5549" y="4069"/>
                </a:cubicBezTo>
                <a:cubicBezTo>
                  <a:pt x="5789" y="4069"/>
                  <a:pt x="5991" y="4033"/>
                  <a:pt x="6142" y="3952"/>
                </a:cubicBezTo>
                <a:cubicBezTo>
                  <a:pt x="7488" y="3226"/>
                  <a:pt x="5693" y="182"/>
                  <a:pt x="6868" y="118"/>
                </a:cubicBezTo>
                <a:cubicBezTo>
                  <a:pt x="6884" y="117"/>
                  <a:pt x="6900" y="117"/>
                  <a:pt x="6916" y="117"/>
                </a:cubicBezTo>
                <a:cubicBezTo>
                  <a:pt x="7983" y="117"/>
                  <a:pt x="8866" y="1753"/>
                  <a:pt x="9668" y="1753"/>
                </a:cubicBezTo>
                <a:cubicBezTo>
                  <a:pt x="9732" y="1753"/>
                  <a:pt x="9795" y="1743"/>
                  <a:pt x="9859" y="1720"/>
                </a:cubicBezTo>
                <a:cubicBezTo>
                  <a:pt x="10393" y="1528"/>
                  <a:pt x="10212" y="662"/>
                  <a:pt x="10179"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3"/>
          <p:cNvSpPr/>
          <p:nvPr/>
        </p:nvSpPr>
        <p:spPr>
          <a:xfrm rot="10800000">
            <a:off x="-1" y="2302581"/>
            <a:ext cx="5154801" cy="2838530"/>
          </a:xfrm>
          <a:custGeom>
            <a:avLst/>
            <a:gdLst/>
            <a:ahLst/>
            <a:cxnLst/>
            <a:rect l="l" t="t" r="r" b="b"/>
            <a:pathLst>
              <a:path w="13235" h="7288" extrusionOk="0">
                <a:moveTo>
                  <a:pt x="0" y="0"/>
                </a:moveTo>
                <a:cubicBezTo>
                  <a:pt x="744" y="852"/>
                  <a:pt x="2515" y="2586"/>
                  <a:pt x="4780" y="2586"/>
                </a:cubicBezTo>
                <a:cubicBezTo>
                  <a:pt x="4957" y="2586"/>
                  <a:pt x="5137" y="2576"/>
                  <a:pt x="5319" y="2553"/>
                </a:cubicBezTo>
                <a:cubicBezTo>
                  <a:pt x="7444" y="2289"/>
                  <a:pt x="9223" y="1574"/>
                  <a:pt x="10455" y="1574"/>
                </a:cubicBezTo>
                <a:cubicBezTo>
                  <a:pt x="11113" y="1574"/>
                  <a:pt x="11615" y="1778"/>
                  <a:pt x="11931" y="2361"/>
                </a:cubicBezTo>
                <a:cubicBezTo>
                  <a:pt x="12839" y="4038"/>
                  <a:pt x="11343" y="7156"/>
                  <a:pt x="12978" y="7285"/>
                </a:cubicBezTo>
                <a:cubicBezTo>
                  <a:pt x="12993" y="7287"/>
                  <a:pt x="13009" y="7288"/>
                  <a:pt x="13024" y="7288"/>
                </a:cubicBezTo>
                <a:cubicBezTo>
                  <a:pt x="13094" y="7288"/>
                  <a:pt x="13164" y="7268"/>
                  <a:pt x="13234" y="7242"/>
                </a:cubicBezTo>
                <a:lnTo>
                  <a:pt x="13234" y="0"/>
                </a:ln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rot="10800000">
            <a:off x="3728402" y="2394"/>
            <a:ext cx="1608227" cy="778039"/>
          </a:xfrm>
          <a:custGeom>
            <a:avLst/>
            <a:gdLst/>
            <a:ahLst/>
            <a:cxnLst/>
            <a:rect l="l" t="t" r="r" b="b"/>
            <a:pathLst>
              <a:path w="5865" h="2707" extrusionOk="0">
                <a:moveTo>
                  <a:pt x="2605" y="1"/>
                </a:moveTo>
                <a:cubicBezTo>
                  <a:pt x="1421" y="1"/>
                  <a:pt x="755" y="1721"/>
                  <a:pt x="129" y="2568"/>
                </a:cubicBezTo>
                <a:cubicBezTo>
                  <a:pt x="86" y="2611"/>
                  <a:pt x="43" y="2664"/>
                  <a:pt x="1" y="2707"/>
                </a:cubicBezTo>
                <a:lnTo>
                  <a:pt x="5864" y="2707"/>
                </a:lnTo>
                <a:cubicBezTo>
                  <a:pt x="4978" y="1938"/>
                  <a:pt x="4358" y="656"/>
                  <a:pt x="3215" y="143"/>
                </a:cubicBezTo>
                <a:cubicBezTo>
                  <a:pt x="2997" y="45"/>
                  <a:pt x="2795" y="1"/>
                  <a:pt x="2605" y="1"/>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rot="10800000">
            <a:off x="5359881" y="2388"/>
            <a:ext cx="3784119" cy="1006803"/>
          </a:xfrm>
          <a:custGeom>
            <a:avLst/>
            <a:gdLst/>
            <a:ahLst/>
            <a:cxnLst/>
            <a:rect l="l" t="t" r="r" b="b"/>
            <a:pathLst>
              <a:path w="12209" h="3099" extrusionOk="0">
                <a:moveTo>
                  <a:pt x="6332" y="0"/>
                </a:moveTo>
                <a:cubicBezTo>
                  <a:pt x="4270" y="0"/>
                  <a:pt x="1769" y="858"/>
                  <a:pt x="1" y="1593"/>
                </a:cubicBezTo>
                <a:lnTo>
                  <a:pt x="1" y="3099"/>
                </a:lnTo>
                <a:lnTo>
                  <a:pt x="12208" y="3099"/>
                </a:lnTo>
                <a:cubicBezTo>
                  <a:pt x="11418" y="2714"/>
                  <a:pt x="10371" y="1935"/>
                  <a:pt x="8940" y="760"/>
                </a:cubicBezTo>
                <a:cubicBezTo>
                  <a:pt x="8276" y="213"/>
                  <a:pt x="7359" y="0"/>
                  <a:pt x="6332"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p:nvPr/>
        </p:nvSpPr>
        <p:spPr>
          <a:xfrm rot="10800000">
            <a:off x="-3" y="2392"/>
            <a:ext cx="3918328" cy="1567321"/>
          </a:xfrm>
          <a:custGeom>
            <a:avLst/>
            <a:gdLst/>
            <a:ahLst/>
            <a:cxnLst/>
            <a:rect l="l" t="t" r="r" b="b"/>
            <a:pathLst>
              <a:path w="11622" h="4796" extrusionOk="0">
                <a:moveTo>
                  <a:pt x="3676" y="0"/>
                </a:moveTo>
                <a:cubicBezTo>
                  <a:pt x="923" y="0"/>
                  <a:pt x="695" y="3396"/>
                  <a:pt x="0" y="4796"/>
                </a:cubicBezTo>
                <a:lnTo>
                  <a:pt x="11621" y="4796"/>
                </a:lnTo>
                <a:lnTo>
                  <a:pt x="11621" y="2382"/>
                </a:lnTo>
                <a:cubicBezTo>
                  <a:pt x="9944" y="1677"/>
                  <a:pt x="7712" y="940"/>
                  <a:pt x="4796" y="160"/>
                </a:cubicBezTo>
                <a:cubicBezTo>
                  <a:pt x="4382" y="50"/>
                  <a:pt x="4010" y="0"/>
                  <a:pt x="3676"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3"/>
          <p:cNvSpPr/>
          <p:nvPr/>
        </p:nvSpPr>
        <p:spPr>
          <a:xfrm rot="10800000">
            <a:off x="6618059" y="2948717"/>
            <a:ext cx="2525941" cy="2192396"/>
          </a:xfrm>
          <a:custGeom>
            <a:avLst/>
            <a:gdLst/>
            <a:ahLst/>
            <a:cxnLst/>
            <a:rect l="l" t="t" r="r" b="b"/>
            <a:pathLst>
              <a:path w="6816" h="5916" extrusionOk="0">
                <a:moveTo>
                  <a:pt x="1" y="0"/>
                </a:moveTo>
                <a:lnTo>
                  <a:pt x="1" y="5597"/>
                </a:lnTo>
                <a:cubicBezTo>
                  <a:pt x="220" y="5784"/>
                  <a:pt x="427" y="5916"/>
                  <a:pt x="641" y="5916"/>
                </a:cubicBezTo>
                <a:cubicBezTo>
                  <a:pt x="708" y="5916"/>
                  <a:pt x="775" y="5903"/>
                  <a:pt x="844" y="5875"/>
                </a:cubicBezTo>
                <a:cubicBezTo>
                  <a:pt x="1816" y="5469"/>
                  <a:pt x="407" y="3109"/>
                  <a:pt x="1207" y="2361"/>
                </a:cubicBezTo>
                <a:cubicBezTo>
                  <a:pt x="1391" y="2190"/>
                  <a:pt x="1600" y="2125"/>
                  <a:pt x="1829" y="2125"/>
                </a:cubicBezTo>
                <a:cubicBezTo>
                  <a:pt x="2536" y="2125"/>
                  <a:pt x="3436" y="2738"/>
                  <a:pt x="4414" y="2738"/>
                </a:cubicBezTo>
                <a:cubicBezTo>
                  <a:pt x="4942" y="2738"/>
                  <a:pt x="5492" y="2559"/>
                  <a:pt x="6046" y="2008"/>
                </a:cubicBezTo>
                <a:cubicBezTo>
                  <a:pt x="6633" y="1421"/>
                  <a:pt x="6815" y="705"/>
                  <a:pt x="6772"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LUMNS">
  <p:cSld name="5_Título y objetos">
    <p:bg>
      <p:bgPr>
        <a:gradFill>
          <a:gsLst>
            <a:gs pos="0">
              <a:schemeClr val="accent1"/>
            </a:gs>
            <a:gs pos="100000">
              <a:schemeClr val="accent2"/>
            </a:gs>
          </a:gsLst>
          <a:path path="circle">
            <a:fillToRect l="50000" t="50000" r="50000" b="50000"/>
          </a:path>
          <a:tileRect/>
        </a:gradFill>
        <a:effectLst/>
      </p:bgPr>
    </p:bg>
    <p:spTree>
      <p:nvGrpSpPr>
        <p:cNvPr id="1" name="Shape 151"/>
        <p:cNvGrpSpPr/>
        <p:nvPr/>
      </p:nvGrpSpPr>
      <p:grpSpPr>
        <a:xfrm>
          <a:off x="0" y="0"/>
          <a:ext cx="0" cy="0"/>
          <a:chOff x="0" y="0"/>
          <a:chExt cx="0" cy="0"/>
        </a:xfrm>
      </p:grpSpPr>
      <p:sp>
        <p:nvSpPr>
          <p:cNvPr id="152" name="Google Shape;152;p14"/>
          <p:cNvSpPr txBox="1">
            <a:spLocks noGrp="1"/>
          </p:cNvSpPr>
          <p:nvPr>
            <p:ph type="ctrTitle"/>
          </p:nvPr>
        </p:nvSpPr>
        <p:spPr>
          <a:xfrm flipH="1">
            <a:off x="5976938" y="827965"/>
            <a:ext cx="2308500" cy="3483900"/>
          </a:xfrm>
          <a:prstGeom prst="rect">
            <a:avLst/>
          </a:prstGeom>
          <a:noFill/>
          <a:ln>
            <a:noFill/>
          </a:ln>
        </p:spPr>
        <p:txBody>
          <a:bodyPr spcFirstLastPara="1" wrap="square" lIns="68575" tIns="34275" rIns="68575" bIns="34275" anchor="ctr" anchorCtr="0">
            <a:noAutofit/>
          </a:bodyPr>
          <a:lstStyle>
            <a:lvl1pPr lvl="0" algn="r">
              <a:lnSpc>
                <a:spcPct val="90000"/>
              </a:lnSpc>
              <a:spcBef>
                <a:spcPts val="0"/>
              </a:spcBef>
              <a:spcAft>
                <a:spcPts val="0"/>
              </a:spcAft>
              <a:buClr>
                <a:srgbClr val="FFFFFF"/>
              </a:buClr>
              <a:buSzPts val="1800"/>
              <a:buNone/>
              <a:defRPr sz="1800" b="0">
                <a:solidFill>
                  <a:srgbClr val="FFFFFF"/>
                </a:solidFill>
              </a:defRPr>
            </a:lvl1pPr>
            <a:lvl2pPr lvl="1">
              <a:spcBef>
                <a:spcPts val="0"/>
              </a:spcBef>
              <a:spcAft>
                <a:spcPts val="0"/>
              </a:spcAft>
              <a:buSzPts val="1100"/>
              <a:buFont typeface="Squada One"/>
              <a:buNone/>
              <a:defRPr>
                <a:latin typeface="Squada One"/>
                <a:ea typeface="Squada One"/>
                <a:cs typeface="Squada One"/>
                <a:sym typeface="Squada One"/>
              </a:defRPr>
            </a:lvl2pPr>
            <a:lvl3pPr lvl="2">
              <a:spcBef>
                <a:spcPts val="0"/>
              </a:spcBef>
              <a:spcAft>
                <a:spcPts val="0"/>
              </a:spcAft>
              <a:buSzPts val="1100"/>
              <a:buFont typeface="Squada One"/>
              <a:buNone/>
              <a:defRPr>
                <a:latin typeface="Squada One"/>
                <a:ea typeface="Squada One"/>
                <a:cs typeface="Squada One"/>
                <a:sym typeface="Squada One"/>
              </a:defRPr>
            </a:lvl3pPr>
            <a:lvl4pPr lvl="3">
              <a:spcBef>
                <a:spcPts val="0"/>
              </a:spcBef>
              <a:spcAft>
                <a:spcPts val="0"/>
              </a:spcAft>
              <a:buSzPts val="1100"/>
              <a:buFont typeface="Squada One"/>
              <a:buNone/>
              <a:defRPr>
                <a:latin typeface="Squada One"/>
                <a:ea typeface="Squada One"/>
                <a:cs typeface="Squada One"/>
                <a:sym typeface="Squada One"/>
              </a:defRPr>
            </a:lvl4pPr>
            <a:lvl5pPr lvl="4">
              <a:spcBef>
                <a:spcPts val="0"/>
              </a:spcBef>
              <a:spcAft>
                <a:spcPts val="0"/>
              </a:spcAft>
              <a:buSzPts val="1100"/>
              <a:buFont typeface="Squada One"/>
              <a:buNone/>
              <a:defRPr>
                <a:latin typeface="Squada One"/>
                <a:ea typeface="Squada One"/>
                <a:cs typeface="Squada One"/>
                <a:sym typeface="Squada One"/>
              </a:defRPr>
            </a:lvl5pPr>
            <a:lvl6pPr lvl="5">
              <a:spcBef>
                <a:spcPts val="0"/>
              </a:spcBef>
              <a:spcAft>
                <a:spcPts val="0"/>
              </a:spcAft>
              <a:buSzPts val="1100"/>
              <a:buFont typeface="Squada One"/>
              <a:buNone/>
              <a:defRPr>
                <a:latin typeface="Squada One"/>
                <a:ea typeface="Squada One"/>
                <a:cs typeface="Squada One"/>
                <a:sym typeface="Squada One"/>
              </a:defRPr>
            </a:lvl6pPr>
            <a:lvl7pPr lvl="6">
              <a:spcBef>
                <a:spcPts val="0"/>
              </a:spcBef>
              <a:spcAft>
                <a:spcPts val="0"/>
              </a:spcAft>
              <a:buSzPts val="1100"/>
              <a:buFont typeface="Squada One"/>
              <a:buNone/>
              <a:defRPr>
                <a:latin typeface="Squada One"/>
                <a:ea typeface="Squada One"/>
                <a:cs typeface="Squada One"/>
                <a:sym typeface="Squada One"/>
              </a:defRPr>
            </a:lvl7pPr>
            <a:lvl8pPr lvl="7">
              <a:spcBef>
                <a:spcPts val="0"/>
              </a:spcBef>
              <a:spcAft>
                <a:spcPts val="0"/>
              </a:spcAft>
              <a:buSzPts val="1100"/>
              <a:buFont typeface="Squada One"/>
              <a:buNone/>
              <a:defRPr>
                <a:latin typeface="Squada One"/>
                <a:ea typeface="Squada One"/>
                <a:cs typeface="Squada One"/>
                <a:sym typeface="Squada One"/>
              </a:defRPr>
            </a:lvl8pPr>
            <a:lvl9pPr lvl="8">
              <a:spcBef>
                <a:spcPts val="0"/>
              </a:spcBef>
              <a:spcAft>
                <a:spcPts val="0"/>
              </a:spcAft>
              <a:buSzPts val="1100"/>
              <a:buFont typeface="Squada One"/>
              <a:buNone/>
              <a:defRPr>
                <a:latin typeface="Squada One"/>
                <a:ea typeface="Squada One"/>
                <a:cs typeface="Squada One"/>
                <a:sym typeface="Squada One"/>
              </a:defRPr>
            </a:lvl9pPr>
          </a:lstStyle>
          <a:p>
            <a:endParaRPr/>
          </a:p>
        </p:txBody>
      </p:sp>
      <p:sp>
        <p:nvSpPr>
          <p:cNvPr id="153" name="Google Shape;153;p14"/>
          <p:cNvSpPr/>
          <p:nvPr/>
        </p:nvSpPr>
        <p:spPr>
          <a:xfrm>
            <a:off x="777400" y="1455325"/>
            <a:ext cx="2422200" cy="3775800"/>
          </a:xfrm>
          <a:prstGeom prst="rect">
            <a:avLst/>
          </a:prstGeom>
          <a:noFill/>
          <a:ln w="28575" cap="flat" cmpd="sng">
            <a:solidFill>
              <a:srgbClr val="FFFFF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54" name="Google Shape;154;p14"/>
          <p:cNvSpPr/>
          <p:nvPr/>
        </p:nvSpPr>
        <p:spPr>
          <a:xfrm>
            <a:off x="3597675" y="-74450"/>
            <a:ext cx="2422200" cy="4425000"/>
          </a:xfrm>
          <a:prstGeom prst="rect">
            <a:avLst/>
          </a:prstGeom>
          <a:noFill/>
          <a:ln w="28575" cap="flat" cmpd="sng">
            <a:solidFill>
              <a:srgbClr val="FFFFF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55" name="Google Shape;155;p14"/>
          <p:cNvSpPr txBox="1">
            <a:spLocks noGrp="1"/>
          </p:cNvSpPr>
          <p:nvPr>
            <p:ph type="subTitle" idx="1"/>
          </p:nvPr>
        </p:nvSpPr>
        <p:spPr>
          <a:xfrm flipH="1">
            <a:off x="825666" y="2286000"/>
            <a:ext cx="2325600" cy="2337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9pPr>
          </a:lstStyle>
          <a:p>
            <a:endParaRPr/>
          </a:p>
        </p:txBody>
      </p:sp>
      <p:sp>
        <p:nvSpPr>
          <p:cNvPr id="156" name="Google Shape;156;p14"/>
          <p:cNvSpPr txBox="1">
            <a:spLocks noGrp="1"/>
          </p:cNvSpPr>
          <p:nvPr>
            <p:ph type="subTitle" idx="2"/>
          </p:nvPr>
        </p:nvSpPr>
        <p:spPr>
          <a:xfrm>
            <a:off x="922988" y="2567513"/>
            <a:ext cx="2130900" cy="8946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57" name="Google Shape;157;p14"/>
          <p:cNvSpPr txBox="1">
            <a:spLocks noGrp="1"/>
          </p:cNvSpPr>
          <p:nvPr>
            <p:ph type="subTitle" idx="3"/>
          </p:nvPr>
        </p:nvSpPr>
        <p:spPr>
          <a:xfrm flipH="1">
            <a:off x="3645938" y="2286000"/>
            <a:ext cx="2325600" cy="2337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9pPr>
          </a:lstStyle>
          <a:p>
            <a:endParaRPr/>
          </a:p>
        </p:txBody>
      </p:sp>
      <p:sp>
        <p:nvSpPr>
          <p:cNvPr id="158" name="Google Shape;158;p14"/>
          <p:cNvSpPr txBox="1">
            <a:spLocks noGrp="1"/>
          </p:cNvSpPr>
          <p:nvPr>
            <p:ph type="subTitle" idx="4"/>
          </p:nvPr>
        </p:nvSpPr>
        <p:spPr>
          <a:xfrm>
            <a:off x="3743190" y="2567513"/>
            <a:ext cx="2130900" cy="8946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59" name="Google Shape;159;p14"/>
          <p:cNvSpPr/>
          <p:nvPr/>
        </p:nvSpPr>
        <p:spPr>
          <a:xfrm rot="10800000">
            <a:off x="2945906" y="-1824"/>
            <a:ext cx="1729539" cy="652520"/>
          </a:xfrm>
          <a:custGeom>
            <a:avLst/>
            <a:gdLst/>
            <a:ahLst/>
            <a:cxnLst/>
            <a:rect l="l" t="t" r="r" b="b"/>
            <a:pathLst>
              <a:path w="7061" h="2664" extrusionOk="0">
                <a:moveTo>
                  <a:pt x="3349" y="1"/>
                </a:moveTo>
                <a:cubicBezTo>
                  <a:pt x="3178" y="1"/>
                  <a:pt x="3002" y="22"/>
                  <a:pt x="2821" y="69"/>
                </a:cubicBezTo>
                <a:cubicBezTo>
                  <a:pt x="1539" y="399"/>
                  <a:pt x="1197" y="1980"/>
                  <a:pt x="1" y="2664"/>
                </a:cubicBezTo>
                <a:lnTo>
                  <a:pt x="7060" y="2664"/>
                </a:lnTo>
                <a:cubicBezTo>
                  <a:pt x="6171" y="1958"/>
                  <a:pt x="4984" y="1"/>
                  <a:pt x="3349"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66675"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4"/>
          <p:cNvSpPr/>
          <p:nvPr/>
        </p:nvSpPr>
        <p:spPr>
          <a:xfrm rot="10800000">
            <a:off x="0" y="-1825"/>
            <a:ext cx="2705390" cy="1857870"/>
          </a:xfrm>
          <a:custGeom>
            <a:avLst/>
            <a:gdLst/>
            <a:ahLst/>
            <a:cxnLst/>
            <a:rect l="l" t="t" r="r" b="b"/>
            <a:pathLst>
              <a:path w="11045" h="7585" extrusionOk="0">
                <a:moveTo>
                  <a:pt x="8458" y="1"/>
                </a:moveTo>
                <a:cubicBezTo>
                  <a:pt x="6822" y="1"/>
                  <a:pt x="5207" y="190"/>
                  <a:pt x="4379" y="824"/>
                </a:cubicBezTo>
                <a:cubicBezTo>
                  <a:pt x="2329" y="2405"/>
                  <a:pt x="3995" y="4252"/>
                  <a:pt x="3899" y="5491"/>
                </a:cubicBezTo>
                <a:cubicBezTo>
                  <a:pt x="3859" y="6074"/>
                  <a:pt x="3660" y="6253"/>
                  <a:pt x="3384" y="6253"/>
                </a:cubicBezTo>
                <a:cubicBezTo>
                  <a:pt x="3144" y="6253"/>
                  <a:pt x="2845" y="6118"/>
                  <a:pt x="2542" y="5994"/>
                </a:cubicBezTo>
                <a:cubicBezTo>
                  <a:pt x="2208" y="5856"/>
                  <a:pt x="1901" y="5745"/>
                  <a:pt x="1662" y="5745"/>
                </a:cubicBezTo>
                <a:cubicBezTo>
                  <a:pt x="1642" y="5745"/>
                  <a:pt x="1622" y="5746"/>
                  <a:pt x="1602" y="5748"/>
                </a:cubicBezTo>
                <a:cubicBezTo>
                  <a:pt x="385" y="5833"/>
                  <a:pt x="748" y="6848"/>
                  <a:pt x="0" y="7585"/>
                </a:cubicBezTo>
                <a:lnTo>
                  <a:pt x="2553" y="7585"/>
                </a:lnTo>
                <a:cubicBezTo>
                  <a:pt x="2773" y="6492"/>
                  <a:pt x="3631" y="6085"/>
                  <a:pt x="4717" y="6085"/>
                </a:cubicBezTo>
                <a:cubicBezTo>
                  <a:pt x="5638" y="6085"/>
                  <a:pt x="6723" y="6378"/>
                  <a:pt x="7723" y="6794"/>
                </a:cubicBezTo>
                <a:cubicBezTo>
                  <a:pt x="8150" y="6972"/>
                  <a:pt x="8575" y="7068"/>
                  <a:pt x="8966" y="7068"/>
                </a:cubicBezTo>
                <a:cubicBezTo>
                  <a:pt x="10149" y="7068"/>
                  <a:pt x="11031" y="6197"/>
                  <a:pt x="10799" y="4103"/>
                </a:cubicBezTo>
                <a:cubicBezTo>
                  <a:pt x="10735" y="3494"/>
                  <a:pt x="10842" y="3077"/>
                  <a:pt x="11044" y="2768"/>
                </a:cubicBezTo>
                <a:lnTo>
                  <a:pt x="11044" y="130"/>
                </a:lnTo>
                <a:cubicBezTo>
                  <a:pt x="10260" y="58"/>
                  <a:pt x="9356" y="1"/>
                  <a:pt x="8458"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571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4"/>
          <p:cNvSpPr/>
          <p:nvPr/>
        </p:nvSpPr>
        <p:spPr>
          <a:xfrm rot="10800000">
            <a:off x="6" y="-1824"/>
            <a:ext cx="2080052" cy="1179876"/>
          </a:xfrm>
          <a:custGeom>
            <a:avLst/>
            <a:gdLst/>
            <a:ahLst/>
            <a:cxnLst/>
            <a:rect l="l" t="t" r="r" b="b"/>
            <a:pathLst>
              <a:path w="8492" h="4817" extrusionOk="0">
                <a:moveTo>
                  <a:pt x="8491" y="0"/>
                </a:moveTo>
                <a:cubicBezTo>
                  <a:pt x="8289" y="309"/>
                  <a:pt x="8182" y="726"/>
                  <a:pt x="8246" y="1335"/>
                </a:cubicBezTo>
                <a:cubicBezTo>
                  <a:pt x="8478" y="3429"/>
                  <a:pt x="7596" y="4300"/>
                  <a:pt x="6413" y="4300"/>
                </a:cubicBezTo>
                <a:cubicBezTo>
                  <a:pt x="6022" y="4300"/>
                  <a:pt x="5597" y="4204"/>
                  <a:pt x="5170" y="4026"/>
                </a:cubicBezTo>
                <a:cubicBezTo>
                  <a:pt x="4170" y="3610"/>
                  <a:pt x="3085" y="3317"/>
                  <a:pt x="2164" y="3317"/>
                </a:cubicBezTo>
                <a:cubicBezTo>
                  <a:pt x="1078" y="3317"/>
                  <a:pt x="220" y="3724"/>
                  <a:pt x="0" y="4817"/>
                </a:cubicBezTo>
                <a:lnTo>
                  <a:pt x="8491" y="4817"/>
                </a:lnTo>
                <a:lnTo>
                  <a:pt x="8491"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571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4"/>
          <p:cNvSpPr/>
          <p:nvPr/>
        </p:nvSpPr>
        <p:spPr>
          <a:xfrm rot="10800000">
            <a:off x="5" y="3647533"/>
            <a:ext cx="2174355" cy="1494134"/>
          </a:xfrm>
          <a:custGeom>
            <a:avLst/>
            <a:gdLst/>
            <a:ahLst/>
            <a:cxnLst/>
            <a:rect l="l" t="t" r="r" b="b"/>
            <a:pathLst>
              <a:path w="8877" h="6100" extrusionOk="0">
                <a:moveTo>
                  <a:pt x="1" y="0"/>
                </a:moveTo>
                <a:cubicBezTo>
                  <a:pt x="75" y="1410"/>
                  <a:pt x="471" y="2969"/>
                  <a:pt x="1613" y="4102"/>
                </a:cubicBezTo>
                <a:cubicBezTo>
                  <a:pt x="2744" y="5232"/>
                  <a:pt x="4189" y="5276"/>
                  <a:pt x="5547" y="5276"/>
                </a:cubicBezTo>
                <a:cubicBezTo>
                  <a:pt x="5661" y="5276"/>
                  <a:pt x="5775" y="5276"/>
                  <a:pt x="5887" y="5276"/>
                </a:cubicBezTo>
                <a:cubicBezTo>
                  <a:pt x="6942" y="5276"/>
                  <a:pt x="7921" y="5303"/>
                  <a:pt x="8631" y="5864"/>
                </a:cubicBezTo>
                <a:cubicBezTo>
                  <a:pt x="8727" y="5939"/>
                  <a:pt x="8802" y="6014"/>
                  <a:pt x="8876" y="6099"/>
                </a:cubicBezTo>
                <a:lnTo>
                  <a:pt x="8876"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19050" dir="14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4"/>
          <p:cNvSpPr/>
          <p:nvPr/>
        </p:nvSpPr>
        <p:spPr>
          <a:xfrm rot="10800000">
            <a:off x="10" y="742546"/>
            <a:ext cx="1585758" cy="3124945"/>
          </a:xfrm>
          <a:custGeom>
            <a:avLst/>
            <a:gdLst/>
            <a:ahLst/>
            <a:cxnLst/>
            <a:rect l="l" t="t" r="r" b="b"/>
            <a:pathLst>
              <a:path w="6474" h="12758" extrusionOk="0">
                <a:moveTo>
                  <a:pt x="6473" y="0"/>
                </a:moveTo>
                <a:cubicBezTo>
                  <a:pt x="5032" y="523"/>
                  <a:pt x="3664" y="1378"/>
                  <a:pt x="3418" y="2766"/>
                </a:cubicBezTo>
                <a:cubicBezTo>
                  <a:pt x="2991" y="5127"/>
                  <a:pt x="5576" y="6046"/>
                  <a:pt x="5576" y="6964"/>
                </a:cubicBezTo>
                <a:cubicBezTo>
                  <a:pt x="5576" y="7135"/>
                  <a:pt x="5470" y="7198"/>
                  <a:pt x="5291" y="7198"/>
                </a:cubicBezTo>
                <a:cubicBezTo>
                  <a:pt x="4801" y="7198"/>
                  <a:pt x="3760" y="6733"/>
                  <a:pt x="2796" y="6733"/>
                </a:cubicBezTo>
                <a:cubicBezTo>
                  <a:pt x="2197" y="6733"/>
                  <a:pt x="1627" y="6913"/>
                  <a:pt x="1239" y="7498"/>
                </a:cubicBezTo>
                <a:cubicBezTo>
                  <a:pt x="1" y="9367"/>
                  <a:pt x="1891" y="12604"/>
                  <a:pt x="3717" y="12753"/>
                </a:cubicBezTo>
                <a:cubicBezTo>
                  <a:pt x="3761" y="12756"/>
                  <a:pt x="3805" y="12758"/>
                  <a:pt x="3851" y="12758"/>
                </a:cubicBezTo>
                <a:cubicBezTo>
                  <a:pt x="4559" y="12758"/>
                  <a:pt x="5530" y="12381"/>
                  <a:pt x="6473" y="11909"/>
                </a:cubicBezTo>
                <a:lnTo>
                  <a:pt x="6473"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571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INE + TITLE + SUBTITLE">
  <p:cSld name="2_Diapositiva de título">
    <p:bg>
      <p:bgPr>
        <a:gradFill>
          <a:gsLst>
            <a:gs pos="0">
              <a:schemeClr val="accent1"/>
            </a:gs>
            <a:gs pos="100000">
              <a:schemeClr val="accent2"/>
            </a:gs>
          </a:gsLst>
          <a:path path="circle">
            <a:fillToRect l="50000" t="50000" r="50000" b="50000"/>
          </a:path>
          <a:tileRect/>
        </a:gradFill>
        <a:effectLst/>
      </p:bgPr>
    </p:bg>
    <p:spTree>
      <p:nvGrpSpPr>
        <p:cNvPr id="1" name="Shape 180"/>
        <p:cNvGrpSpPr/>
        <p:nvPr/>
      </p:nvGrpSpPr>
      <p:grpSpPr>
        <a:xfrm>
          <a:off x="0" y="0"/>
          <a:ext cx="0" cy="0"/>
          <a:chOff x="0" y="0"/>
          <a:chExt cx="0" cy="0"/>
        </a:xfrm>
      </p:grpSpPr>
      <p:sp>
        <p:nvSpPr>
          <p:cNvPr id="181" name="Google Shape;181;p16"/>
          <p:cNvSpPr>
            <a:spLocks noGrp="1"/>
          </p:cNvSpPr>
          <p:nvPr>
            <p:ph type="pic" idx="2"/>
          </p:nvPr>
        </p:nvSpPr>
        <p:spPr>
          <a:xfrm>
            <a:off x="0" y="0"/>
            <a:ext cx="4572000" cy="51435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Roboto Light"/>
                <a:ea typeface="Roboto Light"/>
                <a:cs typeface="Roboto Light"/>
                <a:sym typeface="Roboto Light"/>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Roboto Light"/>
                <a:ea typeface="Roboto Light"/>
                <a:cs typeface="Roboto Light"/>
                <a:sym typeface="Roboto Light"/>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Roboto Light"/>
                <a:ea typeface="Roboto Light"/>
                <a:cs typeface="Roboto Light"/>
                <a:sym typeface="Roboto Light"/>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Roboto Light"/>
                <a:ea typeface="Roboto Light"/>
                <a:cs typeface="Roboto Light"/>
                <a:sym typeface="Roboto Light"/>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Roboto Light"/>
                <a:ea typeface="Roboto Light"/>
                <a:cs typeface="Roboto Light"/>
                <a:sym typeface="Roboto Light"/>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82" name="Google Shape;182;p16"/>
          <p:cNvSpPr txBox="1">
            <a:spLocks noGrp="1"/>
          </p:cNvSpPr>
          <p:nvPr>
            <p:ph type="ctrTitle"/>
          </p:nvPr>
        </p:nvSpPr>
        <p:spPr>
          <a:xfrm>
            <a:off x="4190296" y="1801293"/>
            <a:ext cx="2966700" cy="1241700"/>
          </a:xfrm>
          <a:prstGeom prst="rect">
            <a:avLst/>
          </a:prstGeom>
          <a:noFill/>
          <a:ln>
            <a:noFill/>
          </a:ln>
        </p:spPr>
        <p:txBody>
          <a:bodyPr spcFirstLastPara="1" wrap="square" lIns="68575" tIns="34275" rIns="68575" bIns="34275" anchor="b" anchorCtr="0">
            <a:noAutofit/>
          </a:bodyPr>
          <a:lstStyle>
            <a:lvl1pPr lvl="0" algn="r">
              <a:lnSpc>
                <a:spcPct val="90000"/>
              </a:lnSpc>
              <a:spcBef>
                <a:spcPts val="0"/>
              </a:spcBef>
              <a:spcAft>
                <a:spcPts val="0"/>
              </a:spcAft>
              <a:buClr>
                <a:srgbClr val="FFFFFF"/>
              </a:buClr>
              <a:buSzPts val="2100"/>
              <a:buNone/>
              <a:defRPr sz="2100" b="0">
                <a:solidFill>
                  <a:srgbClr val="FFFFFF"/>
                </a:solidFill>
              </a:defRPr>
            </a:lvl1pPr>
            <a:lvl2pPr lvl="1">
              <a:spcBef>
                <a:spcPts val="0"/>
              </a:spcBef>
              <a:spcAft>
                <a:spcPts val="0"/>
              </a:spcAft>
              <a:buClr>
                <a:srgbClr val="FFFFFF"/>
              </a:buClr>
              <a:buSzPts val="1100"/>
              <a:buNone/>
              <a:defRPr b="1">
                <a:solidFill>
                  <a:srgbClr val="FFFFFF"/>
                </a:solidFill>
              </a:defRPr>
            </a:lvl2pPr>
            <a:lvl3pPr lvl="2">
              <a:spcBef>
                <a:spcPts val="0"/>
              </a:spcBef>
              <a:spcAft>
                <a:spcPts val="0"/>
              </a:spcAft>
              <a:buClr>
                <a:srgbClr val="FFFFFF"/>
              </a:buClr>
              <a:buSzPts val="1100"/>
              <a:buNone/>
              <a:defRPr b="1">
                <a:solidFill>
                  <a:srgbClr val="FFFFFF"/>
                </a:solidFill>
              </a:defRPr>
            </a:lvl3pPr>
            <a:lvl4pPr lvl="3">
              <a:spcBef>
                <a:spcPts val="0"/>
              </a:spcBef>
              <a:spcAft>
                <a:spcPts val="0"/>
              </a:spcAft>
              <a:buClr>
                <a:srgbClr val="FFFFFF"/>
              </a:buClr>
              <a:buSzPts val="1100"/>
              <a:buNone/>
              <a:defRPr b="1">
                <a:solidFill>
                  <a:srgbClr val="FFFFFF"/>
                </a:solidFill>
              </a:defRPr>
            </a:lvl4pPr>
            <a:lvl5pPr lvl="4">
              <a:spcBef>
                <a:spcPts val="0"/>
              </a:spcBef>
              <a:spcAft>
                <a:spcPts val="0"/>
              </a:spcAft>
              <a:buClr>
                <a:srgbClr val="FFFFFF"/>
              </a:buClr>
              <a:buSzPts val="1100"/>
              <a:buNone/>
              <a:defRPr b="1">
                <a:solidFill>
                  <a:srgbClr val="FFFFFF"/>
                </a:solidFill>
              </a:defRPr>
            </a:lvl5pPr>
            <a:lvl6pPr lvl="5">
              <a:spcBef>
                <a:spcPts val="0"/>
              </a:spcBef>
              <a:spcAft>
                <a:spcPts val="0"/>
              </a:spcAft>
              <a:buClr>
                <a:srgbClr val="FFFFFF"/>
              </a:buClr>
              <a:buSzPts val="1100"/>
              <a:buNone/>
              <a:defRPr b="1">
                <a:solidFill>
                  <a:srgbClr val="FFFFFF"/>
                </a:solidFill>
              </a:defRPr>
            </a:lvl6pPr>
            <a:lvl7pPr lvl="6">
              <a:spcBef>
                <a:spcPts val="0"/>
              </a:spcBef>
              <a:spcAft>
                <a:spcPts val="0"/>
              </a:spcAft>
              <a:buClr>
                <a:srgbClr val="FFFFFF"/>
              </a:buClr>
              <a:buSzPts val="1100"/>
              <a:buNone/>
              <a:defRPr b="1">
                <a:solidFill>
                  <a:srgbClr val="FFFFFF"/>
                </a:solidFill>
              </a:defRPr>
            </a:lvl7pPr>
            <a:lvl8pPr lvl="7">
              <a:spcBef>
                <a:spcPts val="0"/>
              </a:spcBef>
              <a:spcAft>
                <a:spcPts val="0"/>
              </a:spcAft>
              <a:buClr>
                <a:srgbClr val="FFFFFF"/>
              </a:buClr>
              <a:buSzPts val="1100"/>
              <a:buNone/>
              <a:defRPr b="1">
                <a:solidFill>
                  <a:srgbClr val="FFFFFF"/>
                </a:solidFill>
              </a:defRPr>
            </a:lvl8pPr>
            <a:lvl9pPr lvl="8">
              <a:spcBef>
                <a:spcPts val="0"/>
              </a:spcBef>
              <a:spcAft>
                <a:spcPts val="0"/>
              </a:spcAft>
              <a:buClr>
                <a:srgbClr val="FFFFFF"/>
              </a:buClr>
              <a:buSzPts val="1100"/>
              <a:buNone/>
              <a:defRPr b="1">
                <a:solidFill>
                  <a:srgbClr val="FFFFFF"/>
                </a:solidFill>
              </a:defRPr>
            </a:lvl9pPr>
          </a:lstStyle>
          <a:p>
            <a:endParaRPr/>
          </a:p>
        </p:txBody>
      </p:sp>
      <p:sp>
        <p:nvSpPr>
          <p:cNvPr id="183" name="Google Shape;183;p16"/>
          <p:cNvSpPr txBox="1">
            <a:spLocks noGrp="1"/>
          </p:cNvSpPr>
          <p:nvPr>
            <p:ph type="subTitle" idx="1"/>
          </p:nvPr>
        </p:nvSpPr>
        <p:spPr>
          <a:xfrm>
            <a:off x="4769001" y="3394960"/>
            <a:ext cx="2388000" cy="1004400"/>
          </a:xfrm>
          <a:prstGeom prst="rect">
            <a:avLst/>
          </a:prstGeom>
          <a:noFill/>
          <a:ln>
            <a:noFill/>
          </a:ln>
        </p:spPr>
        <p:txBody>
          <a:bodyPr spcFirstLastPara="1" wrap="square" lIns="68575" tIns="34275" rIns="68575" bIns="34275" anchor="t" anchorCtr="0">
            <a:noAutofit/>
          </a:bodyPr>
          <a:lstStyle>
            <a:lvl1pPr lvl="0" algn="r">
              <a:lnSpc>
                <a:spcPct val="90000"/>
              </a:lnSpc>
              <a:spcBef>
                <a:spcPts val="800"/>
              </a:spcBef>
              <a:spcAft>
                <a:spcPts val="0"/>
              </a:spcAft>
              <a:buClr>
                <a:srgbClr val="FFFFFF"/>
              </a:buClr>
              <a:buSzPts val="1100"/>
              <a:buNone/>
              <a:defRPr sz="1100">
                <a:solidFill>
                  <a:srgbClr val="FFFFFF"/>
                </a:solidFill>
              </a:defRPr>
            </a:lvl1pPr>
            <a:lvl2pPr lvl="1" algn="ctr">
              <a:lnSpc>
                <a:spcPct val="90000"/>
              </a:lnSpc>
              <a:spcBef>
                <a:spcPts val="400"/>
              </a:spcBef>
              <a:spcAft>
                <a:spcPts val="0"/>
              </a:spcAft>
              <a:buClr>
                <a:srgbClr val="FFFFFF"/>
              </a:buClr>
              <a:buSzPts val="1500"/>
              <a:buNone/>
              <a:defRPr sz="1500">
                <a:solidFill>
                  <a:srgbClr val="FFFFFF"/>
                </a:solidFill>
              </a:defRPr>
            </a:lvl2pPr>
            <a:lvl3pPr lvl="2" algn="ctr">
              <a:lnSpc>
                <a:spcPct val="90000"/>
              </a:lnSpc>
              <a:spcBef>
                <a:spcPts val="400"/>
              </a:spcBef>
              <a:spcAft>
                <a:spcPts val="0"/>
              </a:spcAft>
              <a:buClr>
                <a:srgbClr val="FFFFFF"/>
              </a:buClr>
              <a:buSzPts val="1400"/>
              <a:buNone/>
              <a:defRPr sz="1400">
                <a:solidFill>
                  <a:srgbClr val="FFFFFF"/>
                </a:solidFill>
              </a:defRPr>
            </a:lvl3pPr>
            <a:lvl4pPr lvl="3" algn="ctr">
              <a:lnSpc>
                <a:spcPct val="90000"/>
              </a:lnSpc>
              <a:spcBef>
                <a:spcPts val="400"/>
              </a:spcBef>
              <a:spcAft>
                <a:spcPts val="0"/>
              </a:spcAft>
              <a:buClr>
                <a:srgbClr val="FFFFFF"/>
              </a:buClr>
              <a:buSzPts val="1200"/>
              <a:buNone/>
              <a:defRPr sz="1200">
                <a:solidFill>
                  <a:srgbClr val="FFFFFF"/>
                </a:solidFill>
              </a:defRPr>
            </a:lvl4pPr>
            <a:lvl5pPr lvl="4" algn="ctr">
              <a:lnSpc>
                <a:spcPct val="90000"/>
              </a:lnSpc>
              <a:spcBef>
                <a:spcPts val="400"/>
              </a:spcBef>
              <a:spcAft>
                <a:spcPts val="0"/>
              </a:spcAft>
              <a:buClr>
                <a:srgbClr val="FFFFFF"/>
              </a:buClr>
              <a:buSzPts val="1200"/>
              <a:buNone/>
              <a:defRPr sz="1200">
                <a:solidFill>
                  <a:srgbClr val="FFFFFF"/>
                </a:solidFill>
              </a:defRPr>
            </a:lvl5pPr>
            <a:lvl6pPr lvl="5" algn="ctr">
              <a:lnSpc>
                <a:spcPct val="90000"/>
              </a:lnSpc>
              <a:spcBef>
                <a:spcPts val="400"/>
              </a:spcBef>
              <a:spcAft>
                <a:spcPts val="0"/>
              </a:spcAft>
              <a:buClr>
                <a:srgbClr val="FFFFFF"/>
              </a:buClr>
              <a:buSzPts val="1200"/>
              <a:buNone/>
              <a:defRPr sz="1200">
                <a:solidFill>
                  <a:srgbClr val="FFFFFF"/>
                </a:solidFill>
              </a:defRPr>
            </a:lvl6pPr>
            <a:lvl7pPr lvl="6" algn="ctr">
              <a:lnSpc>
                <a:spcPct val="90000"/>
              </a:lnSpc>
              <a:spcBef>
                <a:spcPts val="400"/>
              </a:spcBef>
              <a:spcAft>
                <a:spcPts val="0"/>
              </a:spcAft>
              <a:buClr>
                <a:srgbClr val="FFFFFF"/>
              </a:buClr>
              <a:buSzPts val="1200"/>
              <a:buNone/>
              <a:defRPr sz="1200">
                <a:solidFill>
                  <a:srgbClr val="FFFFFF"/>
                </a:solidFill>
              </a:defRPr>
            </a:lvl7pPr>
            <a:lvl8pPr lvl="7" algn="ctr">
              <a:lnSpc>
                <a:spcPct val="90000"/>
              </a:lnSpc>
              <a:spcBef>
                <a:spcPts val="400"/>
              </a:spcBef>
              <a:spcAft>
                <a:spcPts val="0"/>
              </a:spcAft>
              <a:buClr>
                <a:srgbClr val="FFFFFF"/>
              </a:buClr>
              <a:buSzPts val="1200"/>
              <a:buNone/>
              <a:defRPr sz="1200">
                <a:solidFill>
                  <a:srgbClr val="FFFFFF"/>
                </a:solidFill>
              </a:defRPr>
            </a:lvl8pPr>
            <a:lvl9pPr lvl="8" algn="ctr">
              <a:lnSpc>
                <a:spcPct val="90000"/>
              </a:lnSpc>
              <a:spcBef>
                <a:spcPts val="400"/>
              </a:spcBef>
              <a:spcAft>
                <a:spcPts val="0"/>
              </a:spcAft>
              <a:buClr>
                <a:srgbClr val="FFFFFF"/>
              </a:buClr>
              <a:buSzPts val="1200"/>
              <a:buNone/>
              <a:defRPr sz="1200">
                <a:solidFill>
                  <a:srgbClr val="FFFFFF"/>
                </a:solidFill>
              </a:defRPr>
            </a:lvl9pPr>
          </a:lstStyle>
          <a:p>
            <a:endParaRPr/>
          </a:p>
        </p:txBody>
      </p:sp>
      <p:sp>
        <p:nvSpPr>
          <p:cNvPr id="184" name="Google Shape;184;p16"/>
          <p:cNvSpPr txBox="1"/>
          <p:nvPr/>
        </p:nvSpPr>
        <p:spPr>
          <a:xfrm>
            <a:off x="6772942" y="4670822"/>
            <a:ext cx="2057400" cy="273900"/>
          </a:xfrm>
          <a:prstGeom prst="rect">
            <a:avLst/>
          </a:prstGeom>
          <a:noFill/>
          <a:ln>
            <a:noFill/>
          </a:ln>
        </p:spPr>
        <p:txBody>
          <a:bodyPr spcFirstLastPara="1" wrap="square" lIns="68575" tIns="34275" rIns="68575" bIns="34275" anchor="ctr" anchorCtr="0">
            <a:noAutofit/>
          </a:bodyPr>
          <a:lstStyle/>
          <a:p>
            <a:pPr marL="0" marR="0" lvl="0" indent="0" algn="r" rtl="0">
              <a:spcBef>
                <a:spcPts val="0"/>
              </a:spcBef>
              <a:spcAft>
                <a:spcPts val="0"/>
              </a:spcAft>
              <a:buNone/>
            </a:pPr>
            <a:fld id="{00000000-1234-1234-1234-123412341234}" type="slidenum">
              <a:rPr lang="es-ES" sz="800" b="0" i="0" u="none" strike="noStrike" cap="none">
                <a:solidFill>
                  <a:srgbClr val="FFFFFF"/>
                </a:solidFill>
                <a:latin typeface="Nunito Sans SemiBold"/>
                <a:ea typeface="Nunito Sans SemiBold"/>
                <a:cs typeface="Nunito Sans SemiBold"/>
                <a:sym typeface="Nunito Sans SemiBold"/>
              </a:rPr>
              <a:t>‹#›</a:t>
            </a:fld>
            <a:endParaRPr sz="800" b="0" i="0" u="none" strike="noStrike" cap="none">
              <a:solidFill>
                <a:srgbClr val="FFFFFF"/>
              </a:solidFill>
              <a:latin typeface="Nunito Sans SemiBold"/>
              <a:ea typeface="Nunito Sans SemiBold"/>
              <a:cs typeface="Nunito Sans SemiBold"/>
              <a:sym typeface="Nunito Sans SemiBold"/>
            </a:endParaRPr>
          </a:p>
        </p:txBody>
      </p:sp>
      <p:sp>
        <p:nvSpPr>
          <p:cNvPr id="185" name="Google Shape;185;p16"/>
          <p:cNvSpPr/>
          <p:nvPr/>
        </p:nvSpPr>
        <p:spPr>
          <a:xfrm>
            <a:off x="6804150" y="3444550"/>
            <a:ext cx="2335700" cy="1698947"/>
          </a:xfrm>
          <a:custGeom>
            <a:avLst/>
            <a:gdLst/>
            <a:ahLst/>
            <a:cxnLst/>
            <a:rect l="l" t="t" r="r" b="b"/>
            <a:pathLst>
              <a:path w="12402" h="9021" extrusionOk="0">
                <a:moveTo>
                  <a:pt x="8861" y="0"/>
                </a:moveTo>
                <a:cubicBezTo>
                  <a:pt x="7876" y="0"/>
                  <a:pt x="6959" y="246"/>
                  <a:pt x="6345" y="946"/>
                </a:cubicBezTo>
                <a:cubicBezTo>
                  <a:pt x="4765" y="2751"/>
                  <a:pt x="6495" y="4876"/>
                  <a:pt x="6015" y="5667"/>
                </a:cubicBezTo>
                <a:cubicBezTo>
                  <a:pt x="5966" y="5747"/>
                  <a:pt x="5907" y="5783"/>
                  <a:pt x="5838" y="5783"/>
                </a:cubicBezTo>
                <a:cubicBezTo>
                  <a:pt x="5310" y="5783"/>
                  <a:pt x="4210" y="3706"/>
                  <a:pt x="2742" y="3706"/>
                </a:cubicBezTo>
                <a:cubicBezTo>
                  <a:pt x="2513" y="3706"/>
                  <a:pt x="2276" y="3756"/>
                  <a:pt x="2030" y="3872"/>
                </a:cubicBezTo>
                <a:cubicBezTo>
                  <a:pt x="290" y="4694"/>
                  <a:pt x="1" y="7536"/>
                  <a:pt x="877" y="9021"/>
                </a:cubicBezTo>
                <a:lnTo>
                  <a:pt x="9699" y="9021"/>
                </a:lnTo>
                <a:lnTo>
                  <a:pt x="12402" y="7172"/>
                </a:lnTo>
                <a:lnTo>
                  <a:pt x="12402" y="743"/>
                </a:lnTo>
                <a:cubicBezTo>
                  <a:pt x="11419" y="382"/>
                  <a:pt x="10087" y="0"/>
                  <a:pt x="8861" y="0"/>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114300" dir="101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8182185" y="1291906"/>
            <a:ext cx="957671" cy="3049103"/>
          </a:xfrm>
          <a:custGeom>
            <a:avLst/>
            <a:gdLst/>
            <a:ahLst/>
            <a:cxnLst/>
            <a:rect l="l" t="t" r="r" b="b"/>
            <a:pathLst>
              <a:path w="5085" h="16190" extrusionOk="0">
                <a:moveTo>
                  <a:pt x="4947" y="1"/>
                </a:moveTo>
                <a:cubicBezTo>
                  <a:pt x="3385" y="1"/>
                  <a:pt x="3531" y="2861"/>
                  <a:pt x="2980" y="4451"/>
                </a:cubicBezTo>
                <a:cubicBezTo>
                  <a:pt x="2201" y="6683"/>
                  <a:pt x="289" y="6405"/>
                  <a:pt x="139" y="7505"/>
                </a:cubicBezTo>
                <a:cubicBezTo>
                  <a:pt x="1" y="8541"/>
                  <a:pt x="1399" y="8424"/>
                  <a:pt x="1646" y="9481"/>
                </a:cubicBezTo>
                <a:cubicBezTo>
                  <a:pt x="1976" y="10891"/>
                  <a:pt x="225" y="11404"/>
                  <a:pt x="919" y="14021"/>
                </a:cubicBezTo>
                <a:cubicBezTo>
                  <a:pt x="1430" y="15932"/>
                  <a:pt x="3731" y="16190"/>
                  <a:pt x="4930" y="16190"/>
                </a:cubicBezTo>
                <a:cubicBezTo>
                  <a:pt x="4984" y="16190"/>
                  <a:pt x="5036" y="16189"/>
                  <a:pt x="5085" y="16189"/>
                </a:cubicBezTo>
                <a:lnTo>
                  <a:pt x="5085" y="8"/>
                </a:lnTo>
                <a:cubicBezTo>
                  <a:pt x="5037" y="3"/>
                  <a:pt x="4992" y="1"/>
                  <a:pt x="4947" y="1"/>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171450" dir="678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7417929" y="3930261"/>
            <a:ext cx="1726067" cy="1213238"/>
          </a:xfrm>
          <a:custGeom>
            <a:avLst/>
            <a:gdLst/>
            <a:ahLst/>
            <a:cxnLst/>
            <a:rect l="l" t="t" r="r" b="b"/>
            <a:pathLst>
              <a:path w="9165" h="6442" extrusionOk="0">
                <a:moveTo>
                  <a:pt x="6969" y="1"/>
                </a:moveTo>
                <a:cubicBezTo>
                  <a:pt x="6062" y="1"/>
                  <a:pt x="5147" y="144"/>
                  <a:pt x="4475" y="589"/>
                </a:cubicBezTo>
                <a:cubicBezTo>
                  <a:pt x="2531" y="1870"/>
                  <a:pt x="3909" y="3622"/>
                  <a:pt x="3749" y="4722"/>
                </a:cubicBezTo>
                <a:cubicBezTo>
                  <a:pt x="3673" y="5214"/>
                  <a:pt x="3499" y="5372"/>
                  <a:pt x="3271" y="5372"/>
                </a:cubicBezTo>
                <a:cubicBezTo>
                  <a:pt x="3050" y="5372"/>
                  <a:pt x="2779" y="5222"/>
                  <a:pt x="2499" y="5085"/>
                </a:cubicBezTo>
                <a:cubicBezTo>
                  <a:pt x="2179" y="4935"/>
                  <a:pt x="1890" y="4807"/>
                  <a:pt x="1676" y="4807"/>
                </a:cubicBezTo>
                <a:cubicBezTo>
                  <a:pt x="523" y="4818"/>
                  <a:pt x="865" y="5844"/>
                  <a:pt x="0" y="6442"/>
                </a:cubicBezTo>
                <a:lnTo>
                  <a:pt x="9164" y="6442"/>
                </a:lnTo>
                <a:lnTo>
                  <a:pt x="9164" y="225"/>
                </a:lnTo>
                <a:cubicBezTo>
                  <a:pt x="8551" y="111"/>
                  <a:pt x="7763" y="1"/>
                  <a:pt x="6969" y="1"/>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114300" dir="101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4678424" y="4546187"/>
            <a:ext cx="2633077" cy="523188"/>
          </a:xfrm>
          <a:custGeom>
            <a:avLst/>
            <a:gdLst/>
            <a:ahLst/>
            <a:cxnLst/>
            <a:rect l="l" t="t" r="r" b="b"/>
            <a:pathLst>
              <a:path w="13981" h="2778" extrusionOk="0">
                <a:moveTo>
                  <a:pt x="10490" y="1"/>
                </a:moveTo>
                <a:cubicBezTo>
                  <a:pt x="10379" y="1"/>
                  <a:pt x="10264" y="11"/>
                  <a:pt x="10147" y="32"/>
                </a:cubicBezTo>
                <a:cubicBezTo>
                  <a:pt x="8636" y="312"/>
                  <a:pt x="8469" y="2288"/>
                  <a:pt x="6274" y="2288"/>
                </a:cubicBezTo>
                <a:cubicBezTo>
                  <a:pt x="6032" y="2288"/>
                  <a:pt x="5765" y="2264"/>
                  <a:pt x="5469" y="2211"/>
                </a:cubicBezTo>
                <a:cubicBezTo>
                  <a:pt x="4760" y="2083"/>
                  <a:pt x="4104" y="2026"/>
                  <a:pt x="3496" y="2026"/>
                </a:cubicBezTo>
                <a:cubicBezTo>
                  <a:pt x="2079" y="2026"/>
                  <a:pt x="927" y="2336"/>
                  <a:pt x="0" y="2778"/>
                </a:cubicBezTo>
                <a:lnTo>
                  <a:pt x="13981" y="2778"/>
                </a:lnTo>
                <a:cubicBezTo>
                  <a:pt x="13179" y="2286"/>
                  <a:pt x="12171" y="1"/>
                  <a:pt x="10490" y="1"/>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133350" dir="114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0" y="2124503"/>
            <a:ext cx="643947" cy="2409965"/>
          </a:xfrm>
          <a:custGeom>
            <a:avLst/>
            <a:gdLst/>
            <a:ahLst/>
            <a:cxnLst/>
            <a:rect l="l" t="t" r="r" b="b"/>
            <a:pathLst>
              <a:path w="2629" h="9839" extrusionOk="0">
                <a:moveTo>
                  <a:pt x="1" y="1"/>
                </a:moveTo>
                <a:lnTo>
                  <a:pt x="1" y="9838"/>
                </a:lnTo>
                <a:cubicBezTo>
                  <a:pt x="2575" y="7531"/>
                  <a:pt x="2628" y="5640"/>
                  <a:pt x="289" y="589"/>
                </a:cubicBezTo>
                <a:cubicBezTo>
                  <a:pt x="204" y="385"/>
                  <a:pt x="97" y="193"/>
                  <a:pt x="1" y="1"/>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247650" dir="162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0" y="3075"/>
            <a:ext cx="1944089" cy="1397138"/>
          </a:xfrm>
          <a:custGeom>
            <a:avLst/>
            <a:gdLst/>
            <a:ahLst/>
            <a:cxnLst/>
            <a:rect l="l" t="t" r="r" b="b"/>
            <a:pathLst>
              <a:path w="7937" h="5704" extrusionOk="0">
                <a:moveTo>
                  <a:pt x="1" y="0"/>
                </a:moveTo>
                <a:lnTo>
                  <a:pt x="1" y="5704"/>
                </a:lnTo>
                <a:cubicBezTo>
                  <a:pt x="214" y="5533"/>
                  <a:pt x="482" y="5362"/>
                  <a:pt x="823" y="5191"/>
                </a:cubicBezTo>
                <a:cubicBezTo>
                  <a:pt x="3312" y="3898"/>
                  <a:pt x="620" y="1677"/>
                  <a:pt x="2062" y="620"/>
                </a:cubicBezTo>
                <a:cubicBezTo>
                  <a:pt x="2291" y="452"/>
                  <a:pt x="2522" y="383"/>
                  <a:pt x="2754" y="383"/>
                </a:cubicBezTo>
                <a:cubicBezTo>
                  <a:pt x="3797" y="383"/>
                  <a:pt x="4869" y="1766"/>
                  <a:pt x="5903" y="1766"/>
                </a:cubicBezTo>
                <a:cubicBezTo>
                  <a:pt x="6091" y="1766"/>
                  <a:pt x="6278" y="1720"/>
                  <a:pt x="6463" y="1613"/>
                </a:cubicBezTo>
                <a:cubicBezTo>
                  <a:pt x="7040" y="1282"/>
                  <a:pt x="7488" y="620"/>
                  <a:pt x="7937" y="0"/>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76200" dir="14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4926743" y="0"/>
            <a:ext cx="2319503" cy="682705"/>
          </a:xfrm>
          <a:custGeom>
            <a:avLst/>
            <a:gdLst/>
            <a:ahLst/>
            <a:cxnLst/>
            <a:rect l="l" t="t" r="r" b="b"/>
            <a:pathLst>
              <a:path w="12316" h="3625" extrusionOk="0">
                <a:moveTo>
                  <a:pt x="1" y="0"/>
                </a:moveTo>
                <a:cubicBezTo>
                  <a:pt x="972" y="1325"/>
                  <a:pt x="1784" y="3162"/>
                  <a:pt x="3803" y="3556"/>
                </a:cubicBezTo>
                <a:cubicBezTo>
                  <a:pt x="4037" y="3602"/>
                  <a:pt x="4281" y="3624"/>
                  <a:pt x="4533" y="3624"/>
                </a:cubicBezTo>
                <a:cubicBezTo>
                  <a:pt x="7086" y="3624"/>
                  <a:pt x="10439" y="1409"/>
                  <a:pt x="12315" y="0"/>
                </a:cubicBezTo>
                <a:close/>
              </a:path>
            </a:pathLst>
          </a:custGeom>
          <a:gradFill>
            <a:gsLst>
              <a:gs pos="0">
                <a:schemeClr val="accent1"/>
              </a:gs>
              <a:gs pos="100000">
                <a:schemeClr val="accent2"/>
              </a:gs>
            </a:gsLst>
            <a:path path="circle">
              <a:fillToRect l="50000" t="50000" r="50000" b="50000"/>
            </a:path>
            <a:tileRect/>
          </a:gradFill>
          <a:ln>
            <a:noFill/>
          </a:ln>
          <a:effectLst>
            <a:outerShdw blurRad="114300" dist="123825" dir="14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5913146" y="0"/>
            <a:ext cx="3226701" cy="1925135"/>
          </a:xfrm>
          <a:custGeom>
            <a:avLst/>
            <a:gdLst/>
            <a:ahLst/>
            <a:cxnLst/>
            <a:rect l="l" t="t" r="r" b="b"/>
            <a:pathLst>
              <a:path w="17133" h="10222" extrusionOk="0">
                <a:moveTo>
                  <a:pt x="1" y="0"/>
                </a:moveTo>
                <a:cubicBezTo>
                  <a:pt x="1570" y="662"/>
                  <a:pt x="3419" y="1313"/>
                  <a:pt x="4529" y="1313"/>
                </a:cubicBezTo>
                <a:cubicBezTo>
                  <a:pt x="6373" y="1313"/>
                  <a:pt x="7673" y="389"/>
                  <a:pt x="8664" y="389"/>
                </a:cubicBezTo>
                <a:cubicBezTo>
                  <a:pt x="8844" y="389"/>
                  <a:pt x="9014" y="419"/>
                  <a:pt x="9175" y="491"/>
                </a:cubicBezTo>
                <a:cubicBezTo>
                  <a:pt x="9699" y="726"/>
                  <a:pt x="9773" y="1292"/>
                  <a:pt x="9272" y="3204"/>
                </a:cubicBezTo>
                <a:cubicBezTo>
                  <a:pt x="9120" y="3797"/>
                  <a:pt x="9438" y="3990"/>
                  <a:pt x="9926" y="3990"/>
                </a:cubicBezTo>
                <a:cubicBezTo>
                  <a:pt x="10748" y="3990"/>
                  <a:pt x="12054" y="3444"/>
                  <a:pt x="12422" y="3343"/>
                </a:cubicBezTo>
                <a:cubicBezTo>
                  <a:pt x="12696" y="3268"/>
                  <a:pt x="13011" y="3218"/>
                  <a:pt x="13322" y="3218"/>
                </a:cubicBezTo>
                <a:cubicBezTo>
                  <a:pt x="13811" y="3218"/>
                  <a:pt x="14288" y="3343"/>
                  <a:pt x="14569" y="3696"/>
                </a:cubicBezTo>
                <a:cubicBezTo>
                  <a:pt x="15626" y="5041"/>
                  <a:pt x="15488" y="6815"/>
                  <a:pt x="15744" y="8064"/>
                </a:cubicBezTo>
                <a:cubicBezTo>
                  <a:pt x="16011" y="9324"/>
                  <a:pt x="16513" y="9976"/>
                  <a:pt x="17133" y="10221"/>
                </a:cubicBezTo>
                <a:lnTo>
                  <a:pt x="17133" y="0"/>
                </a:lnTo>
                <a:close/>
              </a:path>
            </a:pathLst>
          </a:custGeom>
          <a:gradFill>
            <a:gsLst>
              <a:gs pos="0">
                <a:schemeClr val="accent1"/>
              </a:gs>
              <a:gs pos="100000">
                <a:schemeClr val="accent2"/>
              </a:gs>
            </a:gsLst>
            <a:path path="circle">
              <a:fillToRect l="50000" t="50000" r="50000" b="50000"/>
            </a:path>
            <a:tileRect/>
          </a:gradFill>
          <a:ln>
            <a:noFill/>
          </a:ln>
          <a:effectLst>
            <a:outerShdw blurRad="114300" dist="123825" dir="14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SUBTITLE">
  <p:cSld name="4_Diapositiva de título">
    <p:bg>
      <p:bgPr>
        <a:gradFill>
          <a:gsLst>
            <a:gs pos="0">
              <a:schemeClr val="accent1"/>
            </a:gs>
            <a:gs pos="100000">
              <a:schemeClr val="accent2"/>
            </a:gs>
          </a:gsLst>
          <a:path path="circle">
            <a:fillToRect l="50000" t="50000" r="50000" b="50000"/>
          </a:path>
          <a:tileRect/>
        </a:gradFill>
        <a:effectLst/>
      </p:bgPr>
    </p:bg>
    <p:spTree>
      <p:nvGrpSpPr>
        <p:cNvPr id="1" name="Shape 196"/>
        <p:cNvGrpSpPr/>
        <p:nvPr/>
      </p:nvGrpSpPr>
      <p:grpSpPr>
        <a:xfrm>
          <a:off x="0" y="0"/>
          <a:ext cx="0" cy="0"/>
          <a:chOff x="0" y="0"/>
          <a:chExt cx="0" cy="0"/>
        </a:xfrm>
      </p:grpSpPr>
      <p:sp>
        <p:nvSpPr>
          <p:cNvPr id="197" name="Google Shape;197;p18"/>
          <p:cNvSpPr/>
          <p:nvPr/>
        </p:nvSpPr>
        <p:spPr>
          <a:xfrm flipH="1">
            <a:off x="1028325" y="399713"/>
            <a:ext cx="7083900" cy="4344000"/>
          </a:xfrm>
          <a:prstGeom prst="rect">
            <a:avLst/>
          </a:prstGeom>
          <a:noFill/>
          <a:ln w="38100"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lvl="0" indent="0" algn="r" rtl="0">
              <a:spcBef>
                <a:spcPts val="0"/>
              </a:spcBef>
              <a:spcAft>
                <a:spcPts val="0"/>
              </a:spcAft>
              <a:buNone/>
            </a:pPr>
            <a:endParaRPr sz="1100">
              <a:solidFill>
                <a:srgbClr val="434343"/>
              </a:solidFill>
            </a:endParaRPr>
          </a:p>
        </p:txBody>
      </p:sp>
      <p:sp>
        <p:nvSpPr>
          <p:cNvPr id="198" name="Google Shape;198;p18"/>
          <p:cNvSpPr txBox="1">
            <a:spLocks noGrp="1"/>
          </p:cNvSpPr>
          <p:nvPr>
            <p:ph type="ctrTitle"/>
          </p:nvPr>
        </p:nvSpPr>
        <p:spPr>
          <a:xfrm>
            <a:off x="1709636" y="1515646"/>
            <a:ext cx="5724600" cy="1241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accent6"/>
              </a:buClr>
              <a:buSzPts val="5000"/>
              <a:buNone/>
              <a:defRPr sz="5000" b="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9" name="Google Shape;199;p18"/>
          <p:cNvSpPr txBox="1">
            <a:spLocks noGrp="1"/>
          </p:cNvSpPr>
          <p:nvPr>
            <p:ph type="subTitle" idx="1"/>
          </p:nvPr>
        </p:nvSpPr>
        <p:spPr>
          <a:xfrm>
            <a:off x="3206903" y="3227865"/>
            <a:ext cx="2724600" cy="1004400"/>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accent6"/>
              </a:buClr>
              <a:buSzPts val="1200"/>
              <a:buNone/>
              <a:defRPr sz="1200">
                <a:solidFill>
                  <a:schemeClr val="accent6"/>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cxnSp>
        <p:nvCxnSpPr>
          <p:cNvPr id="200" name="Google Shape;200;p18"/>
          <p:cNvCxnSpPr/>
          <p:nvPr/>
        </p:nvCxnSpPr>
        <p:spPr>
          <a:xfrm rot="10800000">
            <a:off x="2962931" y="2914144"/>
            <a:ext cx="3212400" cy="0"/>
          </a:xfrm>
          <a:prstGeom prst="straightConnector1">
            <a:avLst/>
          </a:prstGeom>
          <a:noFill/>
          <a:ln w="38100" cap="flat" cmpd="sng">
            <a:solidFill>
              <a:schemeClr val="accent6"/>
            </a:solidFill>
            <a:prstDash val="solid"/>
            <a:miter lim="800000"/>
            <a:headEnd type="none" w="sm" len="sm"/>
            <a:tailEnd type="none" w="sm" len="sm"/>
          </a:ln>
        </p:spPr>
      </p:cxnSp>
      <p:sp>
        <p:nvSpPr>
          <p:cNvPr id="201" name="Google Shape;201;p18"/>
          <p:cNvSpPr/>
          <p:nvPr/>
        </p:nvSpPr>
        <p:spPr>
          <a:xfrm>
            <a:off x="4863180" y="3041523"/>
            <a:ext cx="4277414" cy="2101968"/>
          </a:xfrm>
          <a:custGeom>
            <a:avLst/>
            <a:gdLst/>
            <a:ahLst/>
            <a:cxnLst/>
            <a:rect l="l" t="t" r="r" b="b"/>
            <a:pathLst>
              <a:path w="17464" h="8582" extrusionOk="0">
                <a:moveTo>
                  <a:pt x="16370" y="1"/>
                </a:moveTo>
                <a:cubicBezTo>
                  <a:pt x="15547" y="1"/>
                  <a:pt x="14791" y="341"/>
                  <a:pt x="14270" y="1361"/>
                </a:cubicBezTo>
                <a:cubicBezTo>
                  <a:pt x="13465" y="2920"/>
                  <a:pt x="12816" y="3336"/>
                  <a:pt x="12233" y="3336"/>
                </a:cubicBezTo>
                <a:cubicBezTo>
                  <a:pt x="11826" y="3336"/>
                  <a:pt x="11450" y="3132"/>
                  <a:pt x="11077" y="2974"/>
                </a:cubicBezTo>
                <a:cubicBezTo>
                  <a:pt x="10441" y="2702"/>
                  <a:pt x="8470" y="1319"/>
                  <a:pt x="6737" y="1319"/>
                </a:cubicBezTo>
                <a:cubicBezTo>
                  <a:pt x="6024" y="1319"/>
                  <a:pt x="5351" y="1553"/>
                  <a:pt x="4828" y="2194"/>
                </a:cubicBezTo>
                <a:cubicBezTo>
                  <a:pt x="3349" y="4029"/>
                  <a:pt x="3405" y="4562"/>
                  <a:pt x="3059" y="4562"/>
                </a:cubicBezTo>
                <a:cubicBezTo>
                  <a:pt x="2988" y="4562"/>
                  <a:pt x="2899" y="4539"/>
                  <a:pt x="2777" y="4501"/>
                </a:cubicBezTo>
                <a:cubicBezTo>
                  <a:pt x="2423" y="4385"/>
                  <a:pt x="1922" y="4163"/>
                  <a:pt x="1460" y="4163"/>
                </a:cubicBezTo>
                <a:cubicBezTo>
                  <a:pt x="991" y="4163"/>
                  <a:pt x="563" y="4393"/>
                  <a:pt x="375" y="5196"/>
                </a:cubicBezTo>
                <a:cubicBezTo>
                  <a:pt x="0" y="6787"/>
                  <a:pt x="1870" y="7257"/>
                  <a:pt x="1870" y="7257"/>
                </a:cubicBezTo>
                <a:lnTo>
                  <a:pt x="5822" y="7919"/>
                </a:lnTo>
                <a:lnTo>
                  <a:pt x="10094" y="7257"/>
                </a:lnTo>
                <a:lnTo>
                  <a:pt x="11376" y="8581"/>
                </a:lnTo>
                <a:lnTo>
                  <a:pt x="17464" y="8581"/>
                </a:lnTo>
                <a:lnTo>
                  <a:pt x="17464" y="165"/>
                </a:lnTo>
                <a:cubicBezTo>
                  <a:pt x="17096" y="65"/>
                  <a:pt x="16726" y="1"/>
                  <a:pt x="16370" y="1"/>
                </a:cubicBezTo>
                <a:close/>
              </a:path>
            </a:pathLst>
          </a:custGeom>
          <a:gradFill>
            <a:gsLst>
              <a:gs pos="0">
                <a:schemeClr val="accent1"/>
              </a:gs>
              <a:gs pos="100000">
                <a:schemeClr val="accent2"/>
              </a:gs>
            </a:gsLst>
            <a:path path="circle">
              <a:fillToRect l="50000" t="50000" r="50000" b="50000"/>
            </a:path>
            <a:tileRect/>
          </a:gradFill>
          <a:ln>
            <a:noFill/>
          </a:ln>
          <a:effectLst>
            <a:outerShdw blurRad="185738" dist="19050" dir="83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8"/>
          <p:cNvSpPr/>
          <p:nvPr/>
        </p:nvSpPr>
        <p:spPr>
          <a:xfrm>
            <a:off x="5004272" y="0"/>
            <a:ext cx="2307201" cy="716694"/>
          </a:xfrm>
          <a:custGeom>
            <a:avLst/>
            <a:gdLst/>
            <a:ahLst/>
            <a:cxnLst/>
            <a:rect l="l" t="t" r="r" b="b"/>
            <a:pathLst>
              <a:path w="3451" h="1072" extrusionOk="0">
                <a:moveTo>
                  <a:pt x="128" y="1"/>
                </a:moveTo>
                <a:cubicBezTo>
                  <a:pt x="0" y="300"/>
                  <a:pt x="21" y="599"/>
                  <a:pt x="278" y="877"/>
                </a:cubicBezTo>
                <a:cubicBezTo>
                  <a:pt x="404" y="1013"/>
                  <a:pt x="581" y="1072"/>
                  <a:pt x="797" y="1072"/>
                </a:cubicBezTo>
                <a:cubicBezTo>
                  <a:pt x="1455" y="1072"/>
                  <a:pt x="2468" y="524"/>
                  <a:pt x="3450" y="1"/>
                </a:cubicBezTo>
                <a:close/>
              </a:path>
            </a:pathLst>
          </a:custGeom>
          <a:gradFill>
            <a:gsLst>
              <a:gs pos="0">
                <a:schemeClr val="accent1"/>
              </a:gs>
              <a:gs pos="100000">
                <a:schemeClr val="accent2"/>
              </a:gs>
            </a:gsLst>
            <a:path path="circle">
              <a:fillToRect l="50000" t="50000" r="50000" b="50000"/>
            </a:path>
            <a:tileRect/>
          </a:gradFill>
          <a:ln>
            <a:noFill/>
          </a:ln>
          <a:effectLst>
            <a:outerShdw blurRad="171450" dist="57150" dir="81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8"/>
          <p:cNvSpPr/>
          <p:nvPr/>
        </p:nvSpPr>
        <p:spPr>
          <a:xfrm>
            <a:off x="7527484" y="0"/>
            <a:ext cx="1613116" cy="3240912"/>
          </a:xfrm>
          <a:custGeom>
            <a:avLst/>
            <a:gdLst/>
            <a:ahLst/>
            <a:cxnLst/>
            <a:rect l="l" t="t" r="r" b="b"/>
            <a:pathLst>
              <a:path w="4615" h="9272" extrusionOk="0">
                <a:moveTo>
                  <a:pt x="2372" y="1"/>
                </a:moveTo>
                <a:cubicBezTo>
                  <a:pt x="2105" y="1090"/>
                  <a:pt x="1" y="1902"/>
                  <a:pt x="374" y="3280"/>
                </a:cubicBezTo>
                <a:cubicBezTo>
                  <a:pt x="759" y="4690"/>
                  <a:pt x="2062" y="4209"/>
                  <a:pt x="2916" y="5609"/>
                </a:cubicBezTo>
                <a:cubicBezTo>
                  <a:pt x="3632" y="6794"/>
                  <a:pt x="3248" y="8225"/>
                  <a:pt x="4615" y="9272"/>
                </a:cubicBezTo>
                <a:lnTo>
                  <a:pt x="4615" y="1"/>
                </a:lnTo>
                <a:close/>
              </a:path>
            </a:pathLst>
          </a:custGeom>
          <a:gradFill>
            <a:gsLst>
              <a:gs pos="0">
                <a:schemeClr val="accent1"/>
              </a:gs>
              <a:gs pos="100000">
                <a:schemeClr val="accent2"/>
              </a:gs>
            </a:gsLst>
            <a:path path="circle">
              <a:fillToRect l="50000" t="50000" r="50000" b="50000"/>
            </a:path>
            <a:tileRect/>
          </a:gradFill>
          <a:ln>
            <a:noFill/>
          </a:ln>
          <a:effectLst>
            <a:outerShdw blurRad="171450" dist="57150" dir="81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8"/>
          <p:cNvSpPr/>
          <p:nvPr/>
        </p:nvSpPr>
        <p:spPr>
          <a:xfrm>
            <a:off x="1360333" y="4515993"/>
            <a:ext cx="1365716" cy="627504"/>
          </a:xfrm>
          <a:custGeom>
            <a:avLst/>
            <a:gdLst/>
            <a:ahLst/>
            <a:cxnLst/>
            <a:rect l="l" t="t" r="r" b="b"/>
            <a:pathLst>
              <a:path w="5576" h="2562" extrusionOk="0">
                <a:moveTo>
                  <a:pt x="3087" y="0"/>
                </a:moveTo>
                <a:cubicBezTo>
                  <a:pt x="2895" y="0"/>
                  <a:pt x="2689" y="46"/>
                  <a:pt x="2467" y="147"/>
                </a:cubicBezTo>
                <a:cubicBezTo>
                  <a:pt x="1399" y="628"/>
                  <a:pt x="791" y="1782"/>
                  <a:pt x="1" y="2561"/>
                </a:cubicBezTo>
                <a:lnTo>
                  <a:pt x="5576" y="2561"/>
                </a:lnTo>
                <a:lnTo>
                  <a:pt x="5565" y="2551"/>
                </a:lnTo>
                <a:cubicBezTo>
                  <a:pt x="4932" y="1706"/>
                  <a:pt x="4266" y="0"/>
                  <a:pt x="3087" y="0"/>
                </a:cubicBezTo>
                <a:close/>
              </a:path>
            </a:pathLst>
          </a:custGeom>
          <a:gradFill>
            <a:gsLst>
              <a:gs pos="0">
                <a:schemeClr val="accent1"/>
              </a:gs>
              <a:gs pos="100000">
                <a:schemeClr val="accent2"/>
              </a:gs>
            </a:gsLst>
            <a:path path="circle">
              <a:fillToRect l="50000" t="50000" r="50000" b="50000"/>
            </a:path>
            <a:tileRect/>
          </a:gradFill>
          <a:ln>
            <a:noFill/>
          </a:ln>
          <a:effectLst>
            <a:outerShdw blurRad="171450" dist="19050" dir="1788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8"/>
          <p:cNvSpPr/>
          <p:nvPr/>
        </p:nvSpPr>
        <p:spPr>
          <a:xfrm>
            <a:off x="-11145" y="4049649"/>
            <a:ext cx="703922" cy="1093846"/>
          </a:xfrm>
          <a:custGeom>
            <a:avLst/>
            <a:gdLst/>
            <a:ahLst/>
            <a:cxnLst/>
            <a:rect l="l" t="t" r="r" b="b"/>
            <a:pathLst>
              <a:path w="2874" h="4466" extrusionOk="0">
                <a:moveTo>
                  <a:pt x="0" y="1"/>
                </a:moveTo>
                <a:lnTo>
                  <a:pt x="0" y="4465"/>
                </a:lnTo>
                <a:lnTo>
                  <a:pt x="2874" y="4465"/>
                </a:lnTo>
                <a:cubicBezTo>
                  <a:pt x="2297" y="3152"/>
                  <a:pt x="1977" y="556"/>
                  <a:pt x="0" y="1"/>
                </a:cubicBezTo>
                <a:close/>
              </a:path>
            </a:pathLst>
          </a:custGeom>
          <a:gradFill>
            <a:gsLst>
              <a:gs pos="0">
                <a:schemeClr val="accent1"/>
              </a:gs>
              <a:gs pos="100000">
                <a:schemeClr val="accent2"/>
              </a:gs>
            </a:gsLst>
            <a:path path="circle">
              <a:fillToRect l="50000" t="50000" r="50000" b="50000"/>
            </a:path>
            <a:tileRect/>
          </a:gradFill>
          <a:ln>
            <a:noFill/>
          </a:ln>
          <a:effectLst>
            <a:outerShdw blurRad="1714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8"/>
          <p:cNvSpPr/>
          <p:nvPr/>
        </p:nvSpPr>
        <p:spPr>
          <a:xfrm>
            <a:off x="4083572" y="4223548"/>
            <a:ext cx="4136336" cy="919948"/>
          </a:xfrm>
          <a:custGeom>
            <a:avLst/>
            <a:gdLst/>
            <a:ahLst/>
            <a:cxnLst/>
            <a:rect l="l" t="t" r="r" b="b"/>
            <a:pathLst>
              <a:path w="16888" h="3756" extrusionOk="0">
                <a:moveTo>
                  <a:pt x="7399" y="1"/>
                </a:moveTo>
                <a:cubicBezTo>
                  <a:pt x="5849" y="1"/>
                  <a:pt x="4332" y="422"/>
                  <a:pt x="3013" y="1523"/>
                </a:cubicBezTo>
                <a:cubicBezTo>
                  <a:pt x="1731" y="2591"/>
                  <a:pt x="759" y="3339"/>
                  <a:pt x="1" y="3755"/>
                </a:cubicBezTo>
                <a:lnTo>
                  <a:pt x="16887" y="3755"/>
                </a:lnTo>
                <a:cubicBezTo>
                  <a:pt x="15103" y="2478"/>
                  <a:pt x="11156" y="1"/>
                  <a:pt x="7399" y="1"/>
                </a:cubicBezTo>
                <a:close/>
              </a:path>
            </a:pathLst>
          </a:custGeom>
          <a:gradFill>
            <a:gsLst>
              <a:gs pos="0">
                <a:schemeClr val="accent1"/>
              </a:gs>
              <a:gs pos="100000">
                <a:schemeClr val="accent2"/>
              </a:gs>
            </a:gsLst>
            <a:path path="circle">
              <a:fillToRect l="50000" t="50000" r="50000" b="50000"/>
            </a:path>
            <a:tileRect/>
          </a:gradFill>
          <a:ln>
            <a:noFill/>
          </a:ln>
          <a:effectLst>
            <a:outerShdw blurRad="185738" dist="9525" dir="174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8"/>
          <p:cNvSpPr/>
          <p:nvPr/>
        </p:nvSpPr>
        <p:spPr>
          <a:xfrm>
            <a:off x="-11145" y="1446793"/>
            <a:ext cx="902803" cy="2503649"/>
          </a:xfrm>
          <a:custGeom>
            <a:avLst/>
            <a:gdLst/>
            <a:ahLst/>
            <a:cxnLst/>
            <a:rect l="l" t="t" r="r" b="b"/>
            <a:pathLst>
              <a:path w="3686" h="10222" extrusionOk="0">
                <a:moveTo>
                  <a:pt x="0" y="1"/>
                </a:moveTo>
                <a:lnTo>
                  <a:pt x="0" y="10222"/>
                </a:lnTo>
                <a:cubicBezTo>
                  <a:pt x="1251" y="9421"/>
                  <a:pt x="3012" y="9955"/>
                  <a:pt x="3237" y="9101"/>
                </a:cubicBezTo>
                <a:cubicBezTo>
                  <a:pt x="3515" y="8086"/>
                  <a:pt x="781" y="7765"/>
                  <a:pt x="674" y="6676"/>
                </a:cubicBezTo>
                <a:cubicBezTo>
                  <a:pt x="534" y="5244"/>
                  <a:pt x="3686" y="5309"/>
                  <a:pt x="3344" y="2628"/>
                </a:cubicBezTo>
                <a:cubicBezTo>
                  <a:pt x="3119" y="844"/>
                  <a:pt x="1229" y="225"/>
                  <a:pt x="0" y="1"/>
                </a:cubicBezTo>
                <a:close/>
              </a:path>
            </a:pathLst>
          </a:custGeom>
          <a:gradFill>
            <a:gsLst>
              <a:gs pos="0">
                <a:schemeClr val="accent1"/>
              </a:gs>
              <a:gs pos="100000">
                <a:schemeClr val="accent2"/>
              </a:gs>
            </a:gsLst>
            <a:path path="circle">
              <a:fillToRect l="50000" t="50000" r="50000" b="50000"/>
            </a:path>
            <a:tileRect/>
          </a:gradFill>
          <a:ln>
            <a:noFill/>
          </a:ln>
          <a:effectLst>
            <a:outerShdw blurRad="1714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8"/>
          <p:cNvSpPr/>
          <p:nvPr/>
        </p:nvSpPr>
        <p:spPr>
          <a:xfrm>
            <a:off x="-123558" y="0"/>
            <a:ext cx="3404969" cy="2815414"/>
          </a:xfrm>
          <a:custGeom>
            <a:avLst/>
            <a:gdLst/>
            <a:ahLst/>
            <a:cxnLst/>
            <a:rect l="l" t="t" r="r" b="b"/>
            <a:pathLst>
              <a:path w="11782" h="9742" extrusionOk="0">
                <a:moveTo>
                  <a:pt x="459" y="1"/>
                </a:moveTo>
                <a:lnTo>
                  <a:pt x="459" y="9742"/>
                </a:lnTo>
                <a:cubicBezTo>
                  <a:pt x="823" y="9699"/>
                  <a:pt x="1100" y="9603"/>
                  <a:pt x="1271" y="9454"/>
                </a:cubicBezTo>
                <a:cubicBezTo>
                  <a:pt x="2425" y="8439"/>
                  <a:pt x="1" y="5886"/>
                  <a:pt x="1133" y="5555"/>
                </a:cubicBezTo>
                <a:cubicBezTo>
                  <a:pt x="1262" y="5518"/>
                  <a:pt x="1409" y="5502"/>
                  <a:pt x="1569" y="5502"/>
                </a:cubicBezTo>
                <a:cubicBezTo>
                  <a:pt x="2574" y="5502"/>
                  <a:pt x="4088" y="6129"/>
                  <a:pt x="4990" y="6129"/>
                </a:cubicBezTo>
                <a:cubicBezTo>
                  <a:pt x="5197" y="6129"/>
                  <a:pt x="5372" y="6096"/>
                  <a:pt x="5501" y="6014"/>
                </a:cubicBezTo>
                <a:cubicBezTo>
                  <a:pt x="6782" y="5192"/>
                  <a:pt x="4764" y="3120"/>
                  <a:pt x="5159" y="2426"/>
                </a:cubicBezTo>
                <a:cubicBezTo>
                  <a:pt x="6078" y="812"/>
                  <a:pt x="10041" y="2180"/>
                  <a:pt x="11781" y="1"/>
                </a:cubicBezTo>
                <a:close/>
              </a:path>
            </a:pathLst>
          </a:custGeom>
          <a:gradFill>
            <a:gsLst>
              <a:gs pos="0">
                <a:schemeClr val="accent1"/>
              </a:gs>
              <a:gs pos="100000">
                <a:schemeClr val="accent2"/>
              </a:gs>
            </a:gsLst>
            <a:path path="circle">
              <a:fillToRect l="50000" t="50000" r="50000" b="50000"/>
            </a:path>
            <a:tileRect/>
          </a:gradFill>
          <a:ln>
            <a:noFill/>
          </a:ln>
          <a:effectLst>
            <a:outerShdw blurRad="171450" dist="57150" dir="81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p:cSld name="8_Título y objetos">
    <p:bg>
      <p:bgPr>
        <a:gradFill>
          <a:gsLst>
            <a:gs pos="0">
              <a:schemeClr val="accent1"/>
            </a:gs>
            <a:gs pos="100000">
              <a:schemeClr val="accent2"/>
            </a:gs>
          </a:gsLst>
          <a:path path="circle">
            <a:fillToRect l="50000" t="50000" r="50000" b="50000"/>
          </a:path>
          <a:tileRect/>
        </a:gradFill>
        <a:effectLst/>
      </p:bgPr>
    </p:bg>
    <p:spTree>
      <p:nvGrpSpPr>
        <p:cNvPr id="1" name="Shape 234"/>
        <p:cNvGrpSpPr/>
        <p:nvPr/>
      </p:nvGrpSpPr>
      <p:grpSpPr>
        <a:xfrm>
          <a:off x="0" y="0"/>
          <a:ext cx="0" cy="0"/>
          <a:chOff x="0" y="0"/>
          <a:chExt cx="0" cy="0"/>
        </a:xfrm>
      </p:grpSpPr>
      <p:sp>
        <p:nvSpPr>
          <p:cNvPr id="235" name="Google Shape;235;p21"/>
          <p:cNvSpPr/>
          <p:nvPr/>
        </p:nvSpPr>
        <p:spPr>
          <a:xfrm flipH="1">
            <a:off x="7145715" y="0"/>
            <a:ext cx="1957071" cy="2650496"/>
          </a:xfrm>
          <a:custGeom>
            <a:avLst/>
            <a:gdLst/>
            <a:ahLst/>
            <a:cxnLst/>
            <a:rect l="l" t="t" r="r" b="b"/>
            <a:pathLst>
              <a:path w="7990" h="10821" extrusionOk="0">
                <a:moveTo>
                  <a:pt x="4049" y="0"/>
                </a:moveTo>
                <a:lnTo>
                  <a:pt x="1016" y="1880"/>
                </a:lnTo>
                <a:lnTo>
                  <a:pt x="1" y="6655"/>
                </a:lnTo>
                <a:cubicBezTo>
                  <a:pt x="1" y="6655"/>
                  <a:pt x="55" y="6826"/>
                  <a:pt x="150" y="7092"/>
                </a:cubicBezTo>
                <a:cubicBezTo>
                  <a:pt x="1293" y="7455"/>
                  <a:pt x="3793" y="8417"/>
                  <a:pt x="4551" y="10030"/>
                </a:cubicBezTo>
                <a:cubicBezTo>
                  <a:pt x="4690" y="10318"/>
                  <a:pt x="4764" y="10574"/>
                  <a:pt x="4797" y="10820"/>
                </a:cubicBezTo>
                <a:cubicBezTo>
                  <a:pt x="5609" y="10403"/>
                  <a:pt x="6271" y="9698"/>
                  <a:pt x="6324" y="8844"/>
                </a:cubicBezTo>
                <a:cubicBezTo>
                  <a:pt x="6409" y="7103"/>
                  <a:pt x="3440" y="7092"/>
                  <a:pt x="3867" y="6516"/>
                </a:cubicBezTo>
                <a:cubicBezTo>
                  <a:pt x="4294" y="5939"/>
                  <a:pt x="6313" y="6558"/>
                  <a:pt x="7135" y="4903"/>
                </a:cubicBezTo>
                <a:cubicBezTo>
                  <a:pt x="7990" y="3173"/>
                  <a:pt x="5908" y="876"/>
                  <a:pt x="5010"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1"/>
          <p:cNvSpPr/>
          <p:nvPr/>
        </p:nvSpPr>
        <p:spPr>
          <a:xfrm flipH="1">
            <a:off x="4165774" y="0"/>
            <a:ext cx="5156722" cy="5057276"/>
          </a:xfrm>
          <a:custGeom>
            <a:avLst/>
            <a:gdLst/>
            <a:ahLst/>
            <a:cxnLst/>
            <a:rect l="l" t="t" r="r" b="b"/>
            <a:pathLst>
              <a:path w="21053" h="20647" extrusionOk="0">
                <a:moveTo>
                  <a:pt x="738" y="0"/>
                </a:moveTo>
                <a:lnTo>
                  <a:pt x="738" y="20647"/>
                </a:lnTo>
                <a:cubicBezTo>
                  <a:pt x="2874" y="19194"/>
                  <a:pt x="4764" y="13661"/>
                  <a:pt x="2628" y="12967"/>
                </a:cubicBezTo>
                <a:cubicBezTo>
                  <a:pt x="866" y="12390"/>
                  <a:pt x="0" y="10831"/>
                  <a:pt x="2051" y="8919"/>
                </a:cubicBezTo>
                <a:cubicBezTo>
                  <a:pt x="4102" y="7007"/>
                  <a:pt x="919" y="5587"/>
                  <a:pt x="2030" y="4187"/>
                </a:cubicBezTo>
                <a:cubicBezTo>
                  <a:pt x="2299" y="3843"/>
                  <a:pt x="2637" y="3724"/>
                  <a:pt x="3010" y="3724"/>
                </a:cubicBezTo>
                <a:cubicBezTo>
                  <a:pt x="3839" y="3724"/>
                  <a:pt x="4845" y="4307"/>
                  <a:pt x="5669" y="4307"/>
                </a:cubicBezTo>
                <a:cubicBezTo>
                  <a:pt x="5994" y="4307"/>
                  <a:pt x="6291" y="4217"/>
                  <a:pt x="6537" y="3963"/>
                </a:cubicBezTo>
                <a:cubicBezTo>
                  <a:pt x="7663" y="2806"/>
                  <a:pt x="7494" y="84"/>
                  <a:pt x="9550" y="84"/>
                </a:cubicBezTo>
                <a:cubicBezTo>
                  <a:pt x="9581" y="84"/>
                  <a:pt x="9613" y="84"/>
                  <a:pt x="9646" y="86"/>
                </a:cubicBezTo>
                <a:cubicBezTo>
                  <a:pt x="11723" y="158"/>
                  <a:pt x="13041" y="3333"/>
                  <a:pt x="15826" y="3333"/>
                </a:cubicBezTo>
                <a:cubicBezTo>
                  <a:pt x="15918" y="3333"/>
                  <a:pt x="16012" y="3330"/>
                  <a:pt x="16107" y="3322"/>
                </a:cubicBezTo>
                <a:cubicBezTo>
                  <a:pt x="18383" y="3151"/>
                  <a:pt x="20070" y="1378"/>
                  <a:pt x="21053"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47625" dir="94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1"/>
          <p:cNvSpPr/>
          <p:nvPr/>
        </p:nvSpPr>
        <p:spPr>
          <a:xfrm flipH="1">
            <a:off x="6122600" y="1713596"/>
            <a:ext cx="3019375" cy="3429895"/>
          </a:xfrm>
          <a:custGeom>
            <a:avLst/>
            <a:gdLst/>
            <a:ahLst/>
            <a:cxnLst/>
            <a:rect l="l" t="t" r="r" b="b"/>
            <a:pathLst>
              <a:path w="12327" h="14003" extrusionOk="0">
                <a:moveTo>
                  <a:pt x="1" y="1"/>
                </a:moveTo>
                <a:lnTo>
                  <a:pt x="1" y="14003"/>
                </a:lnTo>
                <a:lnTo>
                  <a:pt x="12327" y="14003"/>
                </a:lnTo>
                <a:cubicBezTo>
                  <a:pt x="11012" y="12977"/>
                  <a:pt x="11717" y="11204"/>
                  <a:pt x="10671" y="10276"/>
                </a:cubicBezTo>
                <a:cubicBezTo>
                  <a:pt x="10267" y="9919"/>
                  <a:pt x="9798" y="9790"/>
                  <a:pt x="9311" y="9790"/>
                </a:cubicBezTo>
                <a:cubicBezTo>
                  <a:pt x="8056" y="9790"/>
                  <a:pt x="6678" y="10643"/>
                  <a:pt x="5960" y="10643"/>
                </a:cubicBezTo>
                <a:cubicBezTo>
                  <a:pt x="5762" y="10643"/>
                  <a:pt x="5615" y="10578"/>
                  <a:pt x="5534" y="10414"/>
                </a:cubicBezTo>
                <a:cubicBezTo>
                  <a:pt x="5031" y="9421"/>
                  <a:pt x="5928" y="8705"/>
                  <a:pt x="4914" y="8097"/>
                </a:cubicBezTo>
                <a:cubicBezTo>
                  <a:pt x="4732" y="7979"/>
                  <a:pt x="4423" y="7936"/>
                  <a:pt x="4070" y="7904"/>
                </a:cubicBezTo>
                <a:cubicBezTo>
                  <a:pt x="3440" y="7851"/>
                  <a:pt x="2810" y="7840"/>
                  <a:pt x="3194" y="6943"/>
                </a:cubicBezTo>
                <a:cubicBezTo>
                  <a:pt x="3621" y="5918"/>
                  <a:pt x="5704" y="5127"/>
                  <a:pt x="4711" y="3034"/>
                </a:cubicBezTo>
                <a:cubicBezTo>
                  <a:pt x="3867" y="1250"/>
                  <a:pt x="887" y="257"/>
                  <a:pt x="1" y="1"/>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1"/>
          <p:cNvSpPr txBox="1">
            <a:spLocks noGrp="1"/>
          </p:cNvSpPr>
          <p:nvPr>
            <p:ph type="ctrTitle"/>
          </p:nvPr>
        </p:nvSpPr>
        <p:spPr>
          <a:xfrm flipH="1">
            <a:off x="6053138" y="827965"/>
            <a:ext cx="2308500" cy="3483900"/>
          </a:xfrm>
          <a:prstGeom prst="rect">
            <a:avLst/>
          </a:prstGeom>
          <a:noFill/>
          <a:ln>
            <a:noFill/>
          </a:ln>
        </p:spPr>
        <p:txBody>
          <a:bodyPr spcFirstLastPara="1" wrap="square" lIns="68575" tIns="34275" rIns="68575" bIns="34275" anchor="ctr" anchorCtr="0">
            <a:noAutofit/>
          </a:bodyPr>
          <a:lstStyle>
            <a:lvl1pPr lvl="0" algn="r">
              <a:lnSpc>
                <a:spcPct val="90000"/>
              </a:lnSpc>
              <a:spcBef>
                <a:spcPts val="0"/>
              </a:spcBef>
              <a:spcAft>
                <a:spcPts val="0"/>
              </a:spcAft>
              <a:buClr>
                <a:srgbClr val="FFFFFF"/>
              </a:buClr>
              <a:buSzPts val="1800"/>
              <a:buNone/>
              <a:defRPr sz="1800" b="0">
                <a:solidFill>
                  <a:srgbClr val="FFFFFF"/>
                </a:solidFill>
              </a:defRPr>
            </a:lvl1pPr>
            <a:lvl2pPr lvl="1">
              <a:spcBef>
                <a:spcPts val="0"/>
              </a:spcBef>
              <a:spcAft>
                <a:spcPts val="0"/>
              </a:spcAft>
              <a:buClr>
                <a:srgbClr val="FFFFFF"/>
              </a:buClr>
              <a:buSzPts val="1100"/>
              <a:buNone/>
              <a:defRPr>
                <a:solidFill>
                  <a:srgbClr val="FFFFFF"/>
                </a:solidFill>
              </a:defRPr>
            </a:lvl2pPr>
            <a:lvl3pPr lvl="2">
              <a:spcBef>
                <a:spcPts val="0"/>
              </a:spcBef>
              <a:spcAft>
                <a:spcPts val="0"/>
              </a:spcAft>
              <a:buClr>
                <a:srgbClr val="FFFFFF"/>
              </a:buClr>
              <a:buSzPts val="1100"/>
              <a:buNone/>
              <a:defRPr>
                <a:solidFill>
                  <a:srgbClr val="FFFFFF"/>
                </a:solidFill>
              </a:defRPr>
            </a:lvl3pPr>
            <a:lvl4pPr lvl="3">
              <a:spcBef>
                <a:spcPts val="0"/>
              </a:spcBef>
              <a:spcAft>
                <a:spcPts val="0"/>
              </a:spcAft>
              <a:buClr>
                <a:srgbClr val="FFFFFF"/>
              </a:buClr>
              <a:buSzPts val="1100"/>
              <a:buNone/>
              <a:defRPr>
                <a:solidFill>
                  <a:srgbClr val="FFFFFF"/>
                </a:solidFill>
              </a:defRPr>
            </a:lvl4pPr>
            <a:lvl5pPr lvl="4">
              <a:spcBef>
                <a:spcPts val="0"/>
              </a:spcBef>
              <a:spcAft>
                <a:spcPts val="0"/>
              </a:spcAft>
              <a:buClr>
                <a:srgbClr val="FFFFFF"/>
              </a:buClr>
              <a:buSzPts val="1100"/>
              <a:buNone/>
              <a:defRPr>
                <a:solidFill>
                  <a:srgbClr val="FFFFFF"/>
                </a:solidFill>
              </a:defRPr>
            </a:lvl5pPr>
            <a:lvl6pPr lvl="5">
              <a:spcBef>
                <a:spcPts val="0"/>
              </a:spcBef>
              <a:spcAft>
                <a:spcPts val="0"/>
              </a:spcAft>
              <a:buClr>
                <a:srgbClr val="FFFFFF"/>
              </a:buClr>
              <a:buSzPts val="1100"/>
              <a:buNone/>
              <a:defRPr>
                <a:solidFill>
                  <a:srgbClr val="FFFFFF"/>
                </a:solidFill>
              </a:defRPr>
            </a:lvl6pPr>
            <a:lvl7pPr lvl="6">
              <a:spcBef>
                <a:spcPts val="0"/>
              </a:spcBef>
              <a:spcAft>
                <a:spcPts val="0"/>
              </a:spcAft>
              <a:buClr>
                <a:srgbClr val="FFFFFF"/>
              </a:buClr>
              <a:buSzPts val="1100"/>
              <a:buNone/>
              <a:defRPr>
                <a:solidFill>
                  <a:srgbClr val="FFFFFF"/>
                </a:solidFill>
              </a:defRPr>
            </a:lvl7pPr>
            <a:lvl8pPr lvl="7">
              <a:spcBef>
                <a:spcPts val="0"/>
              </a:spcBef>
              <a:spcAft>
                <a:spcPts val="0"/>
              </a:spcAft>
              <a:buClr>
                <a:srgbClr val="FFFFFF"/>
              </a:buClr>
              <a:buSzPts val="1100"/>
              <a:buNone/>
              <a:defRPr>
                <a:solidFill>
                  <a:srgbClr val="FFFFFF"/>
                </a:solidFill>
              </a:defRPr>
            </a:lvl8pPr>
            <a:lvl9pPr lvl="8">
              <a:spcBef>
                <a:spcPts val="0"/>
              </a:spcBef>
              <a:spcAft>
                <a:spcPts val="0"/>
              </a:spcAft>
              <a:buClr>
                <a:srgbClr val="FFFFFF"/>
              </a:buClr>
              <a:buSzPts val="1100"/>
              <a:buNone/>
              <a:defRPr>
                <a:solidFill>
                  <a:srgbClr val="FFFFFF"/>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p:cSld name="CUSTOM">
    <p:spTree>
      <p:nvGrpSpPr>
        <p:cNvPr id="1" name="Shape 30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p:cSld name="THREE COLUMNS">
    <p:bg>
      <p:bgPr>
        <a:gradFill>
          <a:gsLst>
            <a:gs pos="0">
              <a:schemeClr val="accent1"/>
            </a:gs>
            <a:gs pos="100000">
              <a:schemeClr val="accent2"/>
            </a:gs>
          </a:gsLst>
          <a:path path="circle">
            <a:fillToRect l="50000" t="50000" r="50000" b="50000"/>
          </a:path>
          <a:tileRect/>
        </a:gradFill>
        <a:effectLst/>
      </p:bgPr>
    </p:bg>
    <p:spTree>
      <p:nvGrpSpPr>
        <p:cNvPr id="1" name="Shape 164"/>
        <p:cNvGrpSpPr/>
        <p:nvPr/>
      </p:nvGrpSpPr>
      <p:grpSpPr>
        <a:xfrm>
          <a:off x="0" y="0"/>
          <a:ext cx="0" cy="0"/>
          <a:chOff x="0" y="0"/>
          <a:chExt cx="0" cy="0"/>
        </a:xfrm>
      </p:grpSpPr>
      <p:sp>
        <p:nvSpPr>
          <p:cNvPr id="165" name="Google Shape;165;p15"/>
          <p:cNvSpPr/>
          <p:nvPr/>
        </p:nvSpPr>
        <p:spPr>
          <a:xfrm>
            <a:off x="768875" y="-54929"/>
            <a:ext cx="1789200" cy="3837900"/>
          </a:xfrm>
          <a:prstGeom prst="rect">
            <a:avLst/>
          </a:prstGeom>
          <a:noFill/>
          <a:ln w="28575" cap="flat" cmpd="sng">
            <a:solidFill>
              <a:srgbClr val="FFFFF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6" name="Google Shape;166;p15"/>
          <p:cNvSpPr/>
          <p:nvPr/>
        </p:nvSpPr>
        <p:spPr>
          <a:xfrm>
            <a:off x="2761550" y="1360646"/>
            <a:ext cx="1786800" cy="3837900"/>
          </a:xfrm>
          <a:prstGeom prst="rect">
            <a:avLst/>
          </a:prstGeom>
          <a:noFill/>
          <a:ln w="28575" cap="flat" cmpd="sng">
            <a:solidFill>
              <a:srgbClr val="FFFFF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7" name="Google Shape;167;p15"/>
          <p:cNvSpPr/>
          <p:nvPr/>
        </p:nvSpPr>
        <p:spPr>
          <a:xfrm>
            <a:off x="4758546" y="-54929"/>
            <a:ext cx="1761900" cy="3837900"/>
          </a:xfrm>
          <a:prstGeom prst="rect">
            <a:avLst/>
          </a:prstGeom>
          <a:noFill/>
          <a:ln w="28575" cap="flat" cmpd="sng">
            <a:solidFill>
              <a:srgbClr val="FFFFF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168" name="Google Shape;168;p15"/>
          <p:cNvSpPr txBox="1">
            <a:spLocks noGrp="1"/>
          </p:cNvSpPr>
          <p:nvPr>
            <p:ph type="subTitle" idx="1"/>
          </p:nvPr>
        </p:nvSpPr>
        <p:spPr>
          <a:xfrm flipH="1">
            <a:off x="906049" y="1544100"/>
            <a:ext cx="1514700" cy="8232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9pPr>
          </a:lstStyle>
          <a:p>
            <a:endParaRPr/>
          </a:p>
        </p:txBody>
      </p:sp>
      <p:sp>
        <p:nvSpPr>
          <p:cNvPr id="169" name="Google Shape;169;p15"/>
          <p:cNvSpPr txBox="1">
            <a:spLocks noGrp="1"/>
          </p:cNvSpPr>
          <p:nvPr>
            <p:ph type="subTitle" idx="2"/>
          </p:nvPr>
        </p:nvSpPr>
        <p:spPr>
          <a:xfrm>
            <a:off x="906244" y="2415113"/>
            <a:ext cx="1514400" cy="8946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70" name="Google Shape;170;p15"/>
          <p:cNvSpPr txBox="1">
            <a:spLocks noGrp="1"/>
          </p:cNvSpPr>
          <p:nvPr>
            <p:ph type="subTitle" idx="3"/>
          </p:nvPr>
        </p:nvSpPr>
        <p:spPr>
          <a:xfrm flipH="1">
            <a:off x="2897617" y="1544100"/>
            <a:ext cx="1514700" cy="8232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9pPr>
          </a:lstStyle>
          <a:p>
            <a:endParaRPr/>
          </a:p>
        </p:txBody>
      </p:sp>
      <p:sp>
        <p:nvSpPr>
          <p:cNvPr id="171" name="Google Shape;171;p15"/>
          <p:cNvSpPr txBox="1">
            <a:spLocks noGrp="1"/>
          </p:cNvSpPr>
          <p:nvPr>
            <p:ph type="subTitle" idx="4"/>
          </p:nvPr>
        </p:nvSpPr>
        <p:spPr>
          <a:xfrm>
            <a:off x="2897813" y="2415113"/>
            <a:ext cx="1514400" cy="8946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72" name="Google Shape;172;p15"/>
          <p:cNvSpPr txBox="1">
            <a:spLocks noGrp="1"/>
          </p:cNvSpPr>
          <p:nvPr>
            <p:ph type="subTitle" idx="5"/>
          </p:nvPr>
        </p:nvSpPr>
        <p:spPr>
          <a:xfrm flipH="1">
            <a:off x="4882125" y="1544100"/>
            <a:ext cx="1514700" cy="8232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b="1">
                <a:solidFill>
                  <a:srgbClr val="FFFFFF"/>
                </a:solidFill>
                <a:latin typeface="Squada One"/>
                <a:ea typeface="Squada One"/>
                <a:cs typeface="Squada One"/>
                <a:sym typeface="Squada One"/>
              </a:defRPr>
            </a:lvl9pPr>
          </a:lstStyle>
          <a:p>
            <a:endParaRPr/>
          </a:p>
        </p:txBody>
      </p:sp>
      <p:sp>
        <p:nvSpPr>
          <p:cNvPr id="173" name="Google Shape;173;p15"/>
          <p:cNvSpPr txBox="1">
            <a:spLocks noGrp="1"/>
          </p:cNvSpPr>
          <p:nvPr>
            <p:ph type="subTitle" idx="6"/>
          </p:nvPr>
        </p:nvSpPr>
        <p:spPr>
          <a:xfrm>
            <a:off x="4882322" y="2415113"/>
            <a:ext cx="1514400" cy="8946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174" name="Google Shape;174;p15"/>
          <p:cNvSpPr/>
          <p:nvPr/>
        </p:nvSpPr>
        <p:spPr>
          <a:xfrm flipH="1">
            <a:off x="3289156" y="4481509"/>
            <a:ext cx="1729539" cy="652520"/>
          </a:xfrm>
          <a:custGeom>
            <a:avLst/>
            <a:gdLst/>
            <a:ahLst/>
            <a:cxnLst/>
            <a:rect l="l" t="t" r="r" b="b"/>
            <a:pathLst>
              <a:path w="7061" h="2664" extrusionOk="0">
                <a:moveTo>
                  <a:pt x="3349" y="1"/>
                </a:moveTo>
                <a:cubicBezTo>
                  <a:pt x="3178" y="1"/>
                  <a:pt x="3002" y="22"/>
                  <a:pt x="2821" y="69"/>
                </a:cubicBezTo>
                <a:cubicBezTo>
                  <a:pt x="1539" y="399"/>
                  <a:pt x="1197" y="1980"/>
                  <a:pt x="1" y="2664"/>
                </a:cubicBezTo>
                <a:lnTo>
                  <a:pt x="7060" y="2664"/>
                </a:lnTo>
                <a:cubicBezTo>
                  <a:pt x="6171" y="1958"/>
                  <a:pt x="4984" y="1"/>
                  <a:pt x="3349"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114300" dir="2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flipH="1">
            <a:off x="0" y="3283797"/>
            <a:ext cx="2705390" cy="1857870"/>
          </a:xfrm>
          <a:custGeom>
            <a:avLst/>
            <a:gdLst/>
            <a:ahLst/>
            <a:cxnLst/>
            <a:rect l="l" t="t" r="r" b="b"/>
            <a:pathLst>
              <a:path w="11045" h="7585" extrusionOk="0">
                <a:moveTo>
                  <a:pt x="8458" y="1"/>
                </a:moveTo>
                <a:cubicBezTo>
                  <a:pt x="6822" y="1"/>
                  <a:pt x="5207" y="190"/>
                  <a:pt x="4379" y="824"/>
                </a:cubicBezTo>
                <a:cubicBezTo>
                  <a:pt x="2329" y="2405"/>
                  <a:pt x="3995" y="4252"/>
                  <a:pt x="3899" y="5491"/>
                </a:cubicBezTo>
                <a:cubicBezTo>
                  <a:pt x="3859" y="6074"/>
                  <a:pt x="3660" y="6253"/>
                  <a:pt x="3384" y="6253"/>
                </a:cubicBezTo>
                <a:cubicBezTo>
                  <a:pt x="3144" y="6253"/>
                  <a:pt x="2845" y="6118"/>
                  <a:pt x="2542" y="5994"/>
                </a:cubicBezTo>
                <a:cubicBezTo>
                  <a:pt x="2208" y="5856"/>
                  <a:pt x="1901" y="5745"/>
                  <a:pt x="1662" y="5745"/>
                </a:cubicBezTo>
                <a:cubicBezTo>
                  <a:pt x="1642" y="5745"/>
                  <a:pt x="1622" y="5746"/>
                  <a:pt x="1602" y="5748"/>
                </a:cubicBezTo>
                <a:cubicBezTo>
                  <a:pt x="385" y="5833"/>
                  <a:pt x="748" y="6848"/>
                  <a:pt x="0" y="7585"/>
                </a:cubicBezTo>
                <a:lnTo>
                  <a:pt x="2553" y="7585"/>
                </a:lnTo>
                <a:cubicBezTo>
                  <a:pt x="2773" y="6492"/>
                  <a:pt x="3631" y="6085"/>
                  <a:pt x="4717" y="6085"/>
                </a:cubicBezTo>
                <a:cubicBezTo>
                  <a:pt x="5638" y="6085"/>
                  <a:pt x="6723" y="6378"/>
                  <a:pt x="7723" y="6794"/>
                </a:cubicBezTo>
                <a:cubicBezTo>
                  <a:pt x="8150" y="6972"/>
                  <a:pt x="8575" y="7068"/>
                  <a:pt x="8966" y="7068"/>
                </a:cubicBezTo>
                <a:cubicBezTo>
                  <a:pt x="10149" y="7068"/>
                  <a:pt x="11031" y="6197"/>
                  <a:pt x="10799" y="4103"/>
                </a:cubicBezTo>
                <a:cubicBezTo>
                  <a:pt x="10735" y="3494"/>
                  <a:pt x="10842" y="3077"/>
                  <a:pt x="11044" y="2768"/>
                </a:cubicBezTo>
                <a:lnTo>
                  <a:pt x="11044" y="130"/>
                </a:lnTo>
                <a:cubicBezTo>
                  <a:pt x="10260" y="58"/>
                  <a:pt x="9356" y="1"/>
                  <a:pt x="8458" y="1"/>
                </a:cubicBezTo>
                <a:close/>
              </a:path>
            </a:pathLst>
          </a:custGeom>
          <a:gradFill>
            <a:gsLst>
              <a:gs pos="0">
                <a:schemeClr val="accent1"/>
              </a:gs>
              <a:gs pos="100000">
                <a:schemeClr val="accent2"/>
              </a:gs>
            </a:gsLst>
            <a:path path="circle">
              <a:fillToRect l="50000" t="50000" r="50000" b="50000"/>
            </a:path>
            <a:tileRect/>
          </a:gradFill>
          <a:ln>
            <a:noFill/>
          </a:ln>
          <a:effectLst>
            <a:outerShdw blurRad="128588" dist="114300" dir="2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flipH="1">
            <a:off x="6" y="3961791"/>
            <a:ext cx="2080052" cy="1179876"/>
          </a:xfrm>
          <a:custGeom>
            <a:avLst/>
            <a:gdLst/>
            <a:ahLst/>
            <a:cxnLst/>
            <a:rect l="l" t="t" r="r" b="b"/>
            <a:pathLst>
              <a:path w="8492" h="4817" extrusionOk="0">
                <a:moveTo>
                  <a:pt x="8491" y="0"/>
                </a:moveTo>
                <a:cubicBezTo>
                  <a:pt x="8289" y="309"/>
                  <a:pt x="8182" y="726"/>
                  <a:pt x="8246" y="1335"/>
                </a:cubicBezTo>
                <a:cubicBezTo>
                  <a:pt x="8478" y="3429"/>
                  <a:pt x="7596" y="4300"/>
                  <a:pt x="6413" y="4300"/>
                </a:cubicBezTo>
                <a:cubicBezTo>
                  <a:pt x="6022" y="4300"/>
                  <a:pt x="5597" y="4204"/>
                  <a:pt x="5170" y="4026"/>
                </a:cubicBezTo>
                <a:cubicBezTo>
                  <a:pt x="4170" y="3610"/>
                  <a:pt x="3085" y="3317"/>
                  <a:pt x="2164" y="3317"/>
                </a:cubicBezTo>
                <a:cubicBezTo>
                  <a:pt x="1078" y="3317"/>
                  <a:pt x="220" y="3724"/>
                  <a:pt x="0" y="4817"/>
                </a:cubicBezTo>
                <a:lnTo>
                  <a:pt x="8491" y="4817"/>
                </a:lnTo>
                <a:lnTo>
                  <a:pt x="8491"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57150" dir="103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flipH="1">
            <a:off x="5" y="-1825"/>
            <a:ext cx="2174355" cy="1494134"/>
          </a:xfrm>
          <a:custGeom>
            <a:avLst/>
            <a:gdLst/>
            <a:ahLst/>
            <a:cxnLst/>
            <a:rect l="l" t="t" r="r" b="b"/>
            <a:pathLst>
              <a:path w="8877" h="6100" extrusionOk="0">
                <a:moveTo>
                  <a:pt x="1" y="0"/>
                </a:moveTo>
                <a:cubicBezTo>
                  <a:pt x="75" y="1410"/>
                  <a:pt x="471" y="2969"/>
                  <a:pt x="1613" y="4102"/>
                </a:cubicBezTo>
                <a:cubicBezTo>
                  <a:pt x="2744" y="5232"/>
                  <a:pt x="4189" y="5276"/>
                  <a:pt x="5547" y="5276"/>
                </a:cubicBezTo>
                <a:cubicBezTo>
                  <a:pt x="5661" y="5276"/>
                  <a:pt x="5775" y="5276"/>
                  <a:pt x="5887" y="5276"/>
                </a:cubicBezTo>
                <a:cubicBezTo>
                  <a:pt x="6942" y="5276"/>
                  <a:pt x="7921" y="5303"/>
                  <a:pt x="8631" y="5864"/>
                </a:cubicBezTo>
                <a:cubicBezTo>
                  <a:pt x="8727" y="5939"/>
                  <a:pt x="8802" y="6014"/>
                  <a:pt x="8876" y="6099"/>
                </a:cubicBezTo>
                <a:lnTo>
                  <a:pt x="8876"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19050" dir="12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flipH="1">
            <a:off x="10" y="1272352"/>
            <a:ext cx="1585758" cy="3124945"/>
          </a:xfrm>
          <a:custGeom>
            <a:avLst/>
            <a:gdLst/>
            <a:ahLst/>
            <a:cxnLst/>
            <a:rect l="l" t="t" r="r" b="b"/>
            <a:pathLst>
              <a:path w="6474" h="12758" extrusionOk="0">
                <a:moveTo>
                  <a:pt x="6473" y="0"/>
                </a:moveTo>
                <a:cubicBezTo>
                  <a:pt x="5032" y="523"/>
                  <a:pt x="3664" y="1378"/>
                  <a:pt x="3418" y="2766"/>
                </a:cubicBezTo>
                <a:cubicBezTo>
                  <a:pt x="2991" y="5127"/>
                  <a:pt x="5576" y="6046"/>
                  <a:pt x="5576" y="6964"/>
                </a:cubicBezTo>
                <a:cubicBezTo>
                  <a:pt x="5576" y="7135"/>
                  <a:pt x="5470" y="7198"/>
                  <a:pt x="5291" y="7198"/>
                </a:cubicBezTo>
                <a:cubicBezTo>
                  <a:pt x="4801" y="7198"/>
                  <a:pt x="3760" y="6733"/>
                  <a:pt x="2796" y="6733"/>
                </a:cubicBezTo>
                <a:cubicBezTo>
                  <a:pt x="2197" y="6733"/>
                  <a:pt x="1627" y="6913"/>
                  <a:pt x="1239" y="7498"/>
                </a:cubicBezTo>
                <a:cubicBezTo>
                  <a:pt x="1" y="9367"/>
                  <a:pt x="1891" y="12604"/>
                  <a:pt x="3717" y="12753"/>
                </a:cubicBezTo>
                <a:cubicBezTo>
                  <a:pt x="3761" y="12756"/>
                  <a:pt x="3805" y="12758"/>
                  <a:pt x="3851" y="12758"/>
                </a:cubicBezTo>
                <a:cubicBezTo>
                  <a:pt x="4559" y="12758"/>
                  <a:pt x="5530" y="12381"/>
                  <a:pt x="6473" y="11909"/>
                </a:cubicBezTo>
                <a:lnTo>
                  <a:pt x="6473" y="0"/>
                </a:lnTo>
                <a:close/>
              </a:path>
            </a:pathLst>
          </a:custGeom>
          <a:gradFill>
            <a:gsLst>
              <a:gs pos="0">
                <a:schemeClr val="accent1"/>
              </a:gs>
              <a:gs pos="100000">
                <a:schemeClr val="accent2"/>
              </a:gs>
            </a:gsLst>
            <a:path path="circle">
              <a:fillToRect l="50000" t="50000" r="50000" b="50000"/>
            </a:path>
            <a:tileRect/>
          </a:gradFill>
          <a:ln>
            <a:noFill/>
          </a:ln>
          <a:effectLst>
            <a:outerShdw blurRad="128588" dist="57150" dir="12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txBox="1">
            <a:spLocks noGrp="1"/>
          </p:cNvSpPr>
          <p:nvPr>
            <p:ph type="ctrTitle"/>
          </p:nvPr>
        </p:nvSpPr>
        <p:spPr>
          <a:xfrm flipH="1">
            <a:off x="5976938" y="827965"/>
            <a:ext cx="2308500" cy="3483900"/>
          </a:xfrm>
          <a:prstGeom prst="rect">
            <a:avLst/>
          </a:prstGeom>
          <a:noFill/>
          <a:ln>
            <a:noFill/>
          </a:ln>
        </p:spPr>
        <p:txBody>
          <a:bodyPr spcFirstLastPara="1" wrap="square" lIns="68575" tIns="34275" rIns="68575" bIns="34275" anchor="ctr" anchorCtr="0">
            <a:noAutofit/>
          </a:bodyPr>
          <a:lstStyle>
            <a:lvl1pPr lvl="0" algn="r" rtl="0">
              <a:lnSpc>
                <a:spcPct val="90000"/>
              </a:lnSpc>
              <a:spcBef>
                <a:spcPts val="0"/>
              </a:spcBef>
              <a:spcAft>
                <a:spcPts val="0"/>
              </a:spcAft>
              <a:buClr>
                <a:srgbClr val="FFFFFF"/>
              </a:buClr>
              <a:buSzPts val="1800"/>
              <a:buNone/>
              <a:defRPr sz="1800" b="0">
                <a:solidFill>
                  <a:srgbClr val="FFFFFF"/>
                </a:solidFill>
              </a:defRPr>
            </a:lvl1pPr>
            <a:lvl2pPr lvl="1" rtl="0">
              <a:spcBef>
                <a:spcPts val="0"/>
              </a:spcBef>
              <a:spcAft>
                <a:spcPts val="0"/>
              </a:spcAft>
              <a:buSzPts val="1100"/>
              <a:buFont typeface="Squada One"/>
              <a:buNone/>
              <a:defRPr>
                <a:latin typeface="Squada One"/>
                <a:ea typeface="Squada One"/>
                <a:cs typeface="Squada One"/>
                <a:sym typeface="Squada One"/>
              </a:defRPr>
            </a:lvl2pPr>
            <a:lvl3pPr lvl="2" rtl="0">
              <a:spcBef>
                <a:spcPts val="0"/>
              </a:spcBef>
              <a:spcAft>
                <a:spcPts val="0"/>
              </a:spcAft>
              <a:buSzPts val="1100"/>
              <a:buFont typeface="Squada One"/>
              <a:buNone/>
              <a:defRPr>
                <a:latin typeface="Squada One"/>
                <a:ea typeface="Squada One"/>
                <a:cs typeface="Squada One"/>
                <a:sym typeface="Squada One"/>
              </a:defRPr>
            </a:lvl3pPr>
            <a:lvl4pPr lvl="3" rtl="0">
              <a:spcBef>
                <a:spcPts val="0"/>
              </a:spcBef>
              <a:spcAft>
                <a:spcPts val="0"/>
              </a:spcAft>
              <a:buSzPts val="1100"/>
              <a:buFont typeface="Squada One"/>
              <a:buNone/>
              <a:defRPr>
                <a:latin typeface="Squada One"/>
                <a:ea typeface="Squada One"/>
                <a:cs typeface="Squada One"/>
                <a:sym typeface="Squada One"/>
              </a:defRPr>
            </a:lvl4pPr>
            <a:lvl5pPr lvl="4" rtl="0">
              <a:spcBef>
                <a:spcPts val="0"/>
              </a:spcBef>
              <a:spcAft>
                <a:spcPts val="0"/>
              </a:spcAft>
              <a:buSzPts val="1100"/>
              <a:buFont typeface="Squada One"/>
              <a:buNone/>
              <a:defRPr>
                <a:latin typeface="Squada One"/>
                <a:ea typeface="Squada One"/>
                <a:cs typeface="Squada One"/>
                <a:sym typeface="Squada One"/>
              </a:defRPr>
            </a:lvl5pPr>
            <a:lvl6pPr lvl="5" rtl="0">
              <a:spcBef>
                <a:spcPts val="0"/>
              </a:spcBef>
              <a:spcAft>
                <a:spcPts val="0"/>
              </a:spcAft>
              <a:buSzPts val="1100"/>
              <a:buFont typeface="Squada One"/>
              <a:buNone/>
              <a:defRPr>
                <a:latin typeface="Squada One"/>
                <a:ea typeface="Squada One"/>
                <a:cs typeface="Squada One"/>
                <a:sym typeface="Squada One"/>
              </a:defRPr>
            </a:lvl6pPr>
            <a:lvl7pPr lvl="6" rtl="0">
              <a:spcBef>
                <a:spcPts val="0"/>
              </a:spcBef>
              <a:spcAft>
                <a:spcPts val="0"/>
              </a:spcAft>
              <a:buSzPts val="1100"/>
              <a:buFont typeface="Squada One"/>
              <a:buNone/>
              <a:defRPr>
                <a:latin typeface="Squada One"/>
                <a:ea typeface="Squada One"/>
                <a:cs typeface="Squada One"/>
                <a:sym typeface="Squada One"/>
              </a:defRPr>
            </a:lvl7pPr>
            <a:lvl8pPr lvl="7" rtl="0">
              <a:spcBef>
                <a:spcPts val="0"/>
              </a:spcBef>
              <a:spcAft>
                <a:spcPts val="0"/>
              </a:spcAft>
              <a:buSzPts val="1100"/>
              <a:buFont typeface="Squada One"/>
              <a:buNone/>
              <a:defRPr>
                <a:latin typeface="Squada One"/>
                <a:ea typeface="Squada One"/>
                <a:cs typeface="Squada One"/>
                <a:sym typeface="Squada One"/>
              </a:defRPr>
            </a:lvl8pPr>
            <a:lvl9pPr lvl="8" rtl="0">
              <a:spcBef>
                <a:spcPts val="0"/>
              </a:spcBef>
              <a:spcAft>
                <a:spcPts val="0"/>
              </a:spcAft>
              <a:buSzPts val="1100"/>
              <a:buFont typeface="Squada One"/>
              <a:buNone/>
              <a:defRPr>
                <a:latin typeface="Squada One"/>
                <a:ea typeface="Squada One"/>
                <a:cs typeface="Squada One"/>
                <a:sym typeface="Squada One"/>
              </a:defRPr>
            </a:lvl9pPr>
          </a:lstStyle>
          <a:p>
            <a:endParaRPr/>
          </a:p>
        </p:txBody>
      </p:sp>
    </p:spTree>
    <p:extLst>
      <p:ext uri="{BB962C8B-B14F-4D97-AF65-F5344CB8AC3E}">
        <p14:creationId xmlns:p14="http://schemas.microsoft.com/office/powerpoint/2010/main" val="3319202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THREE COLUMNS 2">
  <p:cSld name="TITLE + THREE COLUMNS 2">
    <p:bg>
      <p:bgPr>
        <a:gradFill>
          <a:gsLst>
            <a:gs pos="0">
              <a:schemeClr val="accent1"/>
            </a:gs>
            <a:gs pos="100000">
              <a:schemeClr val="accent2"/>
            </a:gs>
          </a:gsLst>
          <a:path path="circle">
            <a:fillToRect l="50000" t="50000" r="50000" b="50000"/>
          </a:path>
          <a:tileRect/>
        </a:gradFill>
        <a:effectLst/>
      </p:bgPr>
    </p:bg>
    <p:spTree>
      <p:nvGrpSpPr>
        <p:cNvPr id="1" name="Shape 269"/>
        <p:cNvGrpSpPr/>
        <p:nvPr/>
      </p:nvGrpSpPr>
      <p:grpSpPr>
        <a:xfrm>
          <a:off x="0" y="0"/>
          <a:ext cx="0" cy="0"/>
          <a:chOff x="0" y="0"/>
          <a:chExt cx="0" cy="0"/>
        </a:xfrm>
      </p:grpSpPr>
      <p:sp>
        <p:nvSpPr>
          <p:cNvPr id="270" name="Google Shape;270;p24"/>
          <p:cNvSpPr/>
          <p:nvPr/>
        </p:nvSpPr>
        <p:spPr>
          <a:xfrm>
            <a:off x="2914150" y="-32775"/>
            <a:ext cx="1707300" cy="5209200"/>
          </a:xfrm>
          <a:prstGeom prst="rect">
            <a:avLst/>
          </a:prstGeom>
          <a:noFill/>
          <a:ln w="28575"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1" name="Google Shape;271;p24"/>
          <p:cNvSpPr/>
          <p:nvPr/>
        </p:nvSpPr>
        <p:spPr>
          <a:xfrm>
            <a:off x="4835821" y="-32775"/>
            <a:ext cx="1707300" cy="5209200"/>
          </a:xfrm>
          <a:prstGeom prst="rect">
            <a:avLst/>
          </a:prstGeom>
          <a:noFill/>
          <a:ln w="28575"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2" name="Google Shape;272;p24"/>
          <p:cNvSpPr/>
          <p:nvPr/>
        </p:nvSpPr>
        <p:spPr>
          <a:xfrm>
            <a:off x="6757492" y="-32775"/>
            <a:ext cx="1707300" cy="5209200"/>
          </a:xfrm>
          <a:prstGeom prst="rect">
            <a:avLst/>
          </a:prstGeom>
          <a:noFill/>
          <a:ln w="28575" cap="flat"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3" name="Google Shape;273;p24"/>
          <p:cNvSpPr/>
          <p:nvPr/>
        </p:nvSpPr>
        <p:spPr>
          <a:xfrm>
            <a:off x="33672" y="0"/>
            <a:ext cx="1957071" cy="2650496"/>
          </a:xfrm>
          <a:custGeom>
            <a:avLst/>
            <a:gdLst/>
            <a:ahLst/>
            <a:cxnLst/>
            <a:rect l="l" t="t" r="r" b="b"/>
            <a:pathLst>
              <a:path w="7990" h="10821" extrusionOk="0">
                <a:moveTo>
                  <a:pt x="4049" y="0"/>
                </a:moveTo>
                <a:lnTo>
                  <a:pt x="1016" y="1880"/>
                </a:lnTo>
                <a:lnTo>
                  <a:pt x="1" y="6655"/>
                </a:lnTo>
                <a:cubicBezTo>
                  <a:pt x="1" y="6655"/>
                  <a:pt x="55" y="6826"/>
                  <a:pt x="150" y="7092"/>
                </a:cubicBezTo>
                <a:cubicBezTo>
                  <a:pt x="1293" y="7455"/>
                  <a:pt x="3793" y="8417"/>
                  <a:pt x="4551" y="10030"/>
                </a:cubicBezTo>
                <a:cubicBezTo>
                  <a:pt x="4690" y="10318"/>
                  <a:pt x="4764" y="10574"/>
                  <a:pt x="4797" y="10820"/>
                </a:cubicBezTo>
                <a:cubicBezTo>
                  <a:pt x="5609" y="10403"/>
                  <a:pt x="6271" y="9698"/>
                  <a:pt x="6324" y="8844"/>
                </a:cubicBezTo>
                <a:cubicBezTo>
                  <a:pt x="6409" y="7103"/>
                  <a:pt x="3440" y="7092"/>
                  <a:pt x="3867" y="6516"/>
                </a:cubicBezTo>
                <a:cubicBezTo>
                  <a:pt x="4294" y="5939"/>
                  <a:pt x="6313" y="6558"/>
                  <a:pt x="7135" y="4903"/>
                </a:cubicBezTo>
                <a:cubicBezTo>
                  <a:pt x="7990" y="3173"/>
                  <a:pt x="5908" y="876"/>
                  <a:pt x="5010"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4"/>
          <p:cNvSpPr/>
          <p:nvPr/>
        </p:nvSpPr>
        <p:spPr>
          <a:xfrm>
            <a:off x="-5518" y="1713596"/>
            <a:ext cx="3019375" cy="3429895"/>
          </a:xfrm>
          <a:custGeom>
            <a:avLst/>
            <a:gdLst/>
            <a:ahLst/>
            <a:cxnLst/>
            <a:rect l="l" t="t" r="r" b="b"/>
            <a:pathLst>
              <a:path w="12327" h="14003" extrusionOk="0">
                <a:moveTo>
                  <a:pt x="1" y="1"/>
                </a:moveTo>
                <a:lnTo>
                  <a:pt x="1" y="14003"/>
                </a:lnTo>
                <a:lnTo>
                  <a:pt x="12327" y="14003"/>
                </a:lnTo>
                <a:cubicBezTo>
                  <a:pt x="11012" y="12977"/>
                  <a:pt x="11717" y="11204"/>
                  <a:pt x="10671" y="10276"/>
                </a:cubicBezTo>
                <a:cubicBezTo>
                  <a:pt x="10267" y="9919"/>
                  <a:pt x="9798" y="9790"/>
                  <a:pt x="9311" y="9790"/>
                </a:cubicBezTo>
                <a:cubicBezTo>
                  <a:pt x="8056" y="9790"/>
                  <a:pt x="6678" y="10643"/>
                  <a:pt x="5960" y="10643"/>
                </a:cubicBezTo>
                <a:cubicBezTo>
                  <a:pt x="5762" y="10643"/>
                  <a:pt x="5615" y="10578"/>
                  <a:pt x="5534" y="10414"/>
                </a:cubicBezTo>
                <a:cubicBezTo>
                  <a:pt x="5031" y="9421"/>
                  <a:pt x="5928" y="8705"/>
                  <a:pt x="4914" y="8097"/>
                </a:cubicBezTo>
                <a:cubicBezTo>
                  <a:pt x="4732" y="7979"/>
                  <a:pt x="4423" y="7936"/>
                  <a:pt x="4070" y="7904"/>
                </a:cubicBezTo>
                <a:cubicBezTo>
                  <a:pt x="3440" y="7851"/>
                  <a:pt x="2810" y="7840"/>
                  <a:pt x="3194" y="6943"/>
                </a:cubicBezTo>
                <a:cubicBezTo>
                  <a:pt x="3621" y="5918"/>
                  <a:pt x="5704" y="5127"/>
                  <a:pt x="4711" y="3034"/>
                </a:cubicBezTo>
                <a:cubicBezTo>
                  <a:pt x="3867" y="1250"/>
                  <a:pt x="887" y="257"/>
                  <a:pt x="1" y="1"/>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4"/>
          <p:cNvSpPr txBox="1">
            <a:spLocks noGrp="1"/>
          </p:cNvSpPr>
          <p:nvPr>
            <p:ph type="ctrTitle"/>
          </p:nvPr>
        </p:nvSpPr>
        <p:spPr>
          <a:xfrm flipH="1">
            <a:off x="834248" y="827965"/>
            <a:ext cx="2308500" cy="34839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rgbClr val="FFFFFF"/>
              </a:buClr>
              <a:buSzPts val="1800"/>
              <a:buNone/>
              <a:defRPr sz="1800" b="0">
                <a:solidFill>
                  <a:srgbClr val="FFFFFF"/>
                </a:solidFill>
              </a:defRPr>
            </a:lvl1pPr>
            <a:lvl2pPr lvl="1">
              <a:spcBef>
                <a:spcPts val="0"/>
              </a:spcBef>
              <a:spcAft>
                <a:spcPts val="0"/>
              </a:spcAft>
              <a:buClr>
                <a:srgbClr val="FFFFFF"/>
              </a:buClr>
              <a:buSzPts val="1100"/>
              <a:buNone/>
              <a:defRPr>
                <a:solidFill>
                  <a:srgbClr val="FFFFFF"/>
                </a:solidFill>
              </a:defRPr>
            </a:lvl2pPr>
            <a:lvl3pPr lvl="2">
              <a:spcBef>
                <a:spcPts val="0"/>
              </a:spcBef>
              <a:spcAft>
                <a:spcPts val="0"/>
              </a:spcAft>
              <a:buClr>
                <a:srgbClr val="FFFFFF"/>
              </a:buClr>
              <a:buSzPts val="1100"/>
              <a:buNone/>
              <a:defRPr>
                <a:solidFill>
                  <a:srgbClr val="FFFFFF"/>
                </a:solidFill>
              </a:defRPr>
            </a:lvl3pPr>
            <a:lvl4pPr lvl="3">
              <a:spcBef>
                <a:spcPts val="0"/>
              </a:spcBef>
              <a:spcAft>
                <a:spcPts val="0"/>
              </a:spcAft>
              <a:buClr>
                <a:srgbClr val="FFFFFF"/>
              </a:buClr>
              <a:buSzPts val="1100"/>
              <a:buNone/>
              <a:defRPr>
                <a:solidFill>
                  <a:srgbClr val="FFFFFF"/>
                </a:solidFill>
              </a:defRPr>
            </a:lvl4pPr>
            <a:lvl5pPr lvl="4">
              <a:spcBef>
                <a:spcPts val="0"/>
              </a:spcBef>
              <a:spcAft>
                <a:spcPts val="0"/>
              </a:spcAft>
              <a:buClr>
                <a:srgbClr val="FFFFFF"/>
              </a:buClr>
              <a:buSzPts val="1100"/>
              <a:buNone/>
              <a:defRPr>
                <a:solidFill>
                  <a:srgbClr val="FFFFFF"/>
                </a:solidFill>
              </a:defRPr>
            </a:lvl5pPr>
            <a:lvl6pPr lvl="5">
              <a:spcBef>
                <a:spcPts val="0"/>
              </a:spcBef>
              <a:spcAft>
                <a:spcPts val="0"/>
              </a:spcAft>
              <a:buClr>
                <a:srgbClr val="FFFFFF"/>
              </a:buClr>
              <a:buSzPts val="1100"/>
              <a:buNone/>
              <a:defRPr>
                <a:solidFill>
                  <a:srgbClr val="FFFFFF"/>
                </a:solidFill>
              </a:defRPr>
            </a:lvl6pPr>
            <a:lvl7pPr lvl="6">
              <a:spcBef>
                <a:spcPts val="0"/>
              </a:spcBef>
              <a:spcAft>
                <a:spcPts val="0"/>
              </a:spcAft>
              <a:buClr>
                <a:srgbClr val="FFFFFF"/>
              </a:buClr>
              <a:buSzPts val="1100"/>
              <a:buNone/>
              <a:defRPr>
                <a:solidFill>
                  <a:srgbClr val="FFFFFF"/>
                </a:solidFill>
              </a:defRPr>
            </a:lvl7pPr>
            <a:lvl8pPr lvl="7">
              <a:spcBef>
                <a:spcPts val="0"/>
              </a:spcBef>
              <a:spcAft>
                <a:spcPts val="0"/>
              </a:spcAft>
              <a:buClr>
                <a:srgbClr val="FFFFFF"/>
              </a:buClr>
              <a:buSzPts val="1100"/>
              <a:buNone/>
              <a:defRPr>
                <a:solidFill>
                  <a:srgbClr val="FFFFFF"/>
                </a:solidFill>
              </a:defRPr>
            </a:lvl8pPr>
            <a:lvl9pPr lvl="8">
              <a:spcBef>
                <a:spcPts val="0"/>
              </a:spcBef>
              <a:spcAft>
                <a:spcPts val="0"/>
              </a:spcAft>
              <a:buClr>
                <a:srgbClr val="FFFFFF"/>
              </a:buClr>
              <a:buSzPts val="1100"/>
              <a:buNone/>
              <a:defRPr>
                <a:solidFill>
                  <a:srgbClr val="FFFFFF"/>
                </a:solidFill>
              </a:defRPr>
            </a:lvl9pPr>
          </a:lstStyle>
          <a:p>
            <a:endParaRPr/>
          </a:p>
        </p:txBody>
      </p:sp>
      <p:sp>
        <p:nvSpPr>
          <p:cNvPr id="276" name="Google Shape;276;p24"/>
          <p:cNvSpPr/>
          <p:nvPr/>
        </p:nvSpPr>
        <p:spPr>
          <a:xfrm>
            <a:off x="-186038" y="0"/>
            <a:ext cx="5156722" cy="5057276"/>
          </a:xfrm>
          <a:custGeom>
            <a:avLst/>
            <a:gdLst/>
            <a:ahLst/>
            <a:cxnLst/>
            <a:rect l="l" t="t" r="r" b="b"/>
            <a:pathLst>
              <a:path w="21053" h="20647" extrusionOk="0">
                <a:moveTo>
                  <a:pt x="738" y="0"/>
                </a:moveTo>
                <a:lnTo>
                  <a:pt x="738" y="20647"/>
                </a:lnTo>
                <a:cubicBezTo>
                  <a:pt x="2874" y="19194"/>
                  <a:pt x="4764" y="13661"/>
                  <a:pt x="2628" y="12967"/>
                </a:cubicBezTo>
                <a:cubicBezTo>
                  <a:pt x="866" y="12390"/>
                  <a:pt x="0" y="10831"/>
                  <a:pt x="2051" y="8919"/>
                </a:cubicBezTo>
                <a:cubicBezTo>
                  <a:pt x="4102" y="7007"/>
                  <a:pt x="919" y="5587"/>
                  <a:pt x="2030" y="4187"/>
                </a:cubicBezTo>
                <a:cubicBezTo>
                  <a:pt x="2299" y="3843"/>
                  <a:pt x="2637" y="3724"/>
                  <a:pt x="3010" y="3724"/>
                </a:cubicBezTo>
                <a:cubicBezTo>
                  <a:pt x="3839" y="3724"/>
                  <a:pt x="4845" y="4307"/>
                  <a:pt x="5669" y="4307"/>
                </a:cubicBezTo>
                <a:cubicBezTo>
                  <a:pt x="5994" y="4307"/>
                  <a:pt x="6291" y="4217"/>
                  <a:pt x="6537" y="3963"/>
                </a:cubicBezTo>
                <a:cubicBezTo>
                  <a:pt x="7663" y="2806"/>
                  <a:pt x="7494" y="84"/>
                  <a:pt x="9550" y="84"/>
                </a:cubicBezTo>
                <a:cubicBezTo>
                  <a:pt x="9581" y="84"/>
                  <a:pt x="9613" y="84"/>
                  <a:pt x="9646" y="86"/>
                </a:cubicBezTo>
                <a:cubicBezTo>
                  <a:pt x="11723" y="158"/>
                  <a:pt x="13041" y="3333"/>
                  <a:pt x="15826" y="3333"/>
                </a:cubicBezTo>
                <a:cubicBezTo>
                  <a:pt x="15918" y="3333"/>
                  <a:pt x="16012" y="3330"/>
                  <a:pt x="16107" y="3322"/>
                </a:cubicBezTo>
                <a:cubicBezTo>
                  <a:pt x="18383" y="3151"/>
                  <a:pt x="20070" y="1378"/>
                  <a:pt x="21053"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47625" dir="94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4"/>
          <p:cNvSpPr/>
          <p:nvPr/>
        </p:nvSpPr>
        <p:spPr>
          <a:xfrm flipH="1">
            <a:off x="6835494" y="2521126"/>
            <a:ext cx="2308508" cy="2622377"/>
          </a:xfrm>
          <a:custGeom>
            <a:avLst/>
            <a:gdLst/>
            <a:ahLst/>
            <a:cxnLst/>
            <a:rect l="l" t="t" r="r" b="b"/>
            <a:pathLst>
              <a:path w="12327" h="14003" extrusionOk="0">
                <a:moveTo>
                  <a:pt x="1" y="1"/>
                </a:moveTo>
                <a:lnTo>
                  <a:pt x="1" y="14003"/>
                </a:lnTo>
                <a:lnTo>
                  <a:pt x="12327" y="14003"/>
                </a:lnTo>
                <a:cubicBezTo>
                  <a:pt x="11012" y="12977"/>
                  <a:pt x="11717" y="11204"/>
                  <a:pt x="10671" y="10276"/>
                </a:cubicBezTo>
                <a:cubicBezTo>
                  <a:pt x="10267" y="9919"/>
                  <a:pt x="9798" y="9790"/>
                  <a:pt x="9311" y="9790"/>
                </a:cubicBezTo>
                <a:cubicBezTo>
                  <a:pt x="8056" y="9790"/>
                  <a:pt x="6678" y="10643"/>
                  <a:pt x="5960" y="10643"/>
                </a:cubicBezTo>
                <a:cubicBezTo>
                  <a:pt x="5762" y="10643"/>
                  <a:pt x="5615" y="10578"/>
                  <a:pt x="5534" y="10414"/>
                </a:cubicBezTo>
                <a:cubicBezTo>
                  <a:pt x="5031" y="9421"/>
                  <a:pt x="5928" y="8705"/>
                  <a:pt x="4914" y="8097"/>
                </a:cubicBezTo>
                <a:cubicBezTo>
                  <a:pt x="4732" y="7979"/>
                  <a:pt x="4423" y="7936"/>
                  <a:pt x="4070" y="7904"/>
                </a:cubicBezTo>
                <a:cubicBezTo>
                  <a:pt x="3440" y="7851"/>
                  <a:pt x="2810" y="7840"/>
                  <a:pt x="3194" y="6943"/>
                </a:cubicBezTo>
                <a:cubicBezTo>
                  <a:pt x="3621" y="5918"/>
                  <a:pt x="5704" y="5127"/>
                  <a:pt x="4711" y="3034"/>
                </a:cubicBezTo>
                <a:cubicBezTo>
                  <a:pt x="3867" y="1250"/>
                  <a:pt x="887" y="257"/>
                  <a:pt x="1" y="1"/>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4"/>
          <p:cNvSpPr/>
          <p:nvPr/>
        </p:nvSpPr>
        <p:spPr>
          <a:xfrm flipH="1">
            <a:off x="4168262" y="0"/>
            <a:ext cx="5156722" cy="5057276"/>
          </a:xfrm>
          <a:custGeom>
            <a:avLst/>
            <a:gdLst/>
            <a:ahLst/>
            <a:cxnLst/>
            <a:rect l="l" t="t" r="r" b="b"/>
            <a:pathLst>
              <a:path w="21053" h="20647" extrusionOk="0">
                <a:moveTo>
                  <a:pt x="738" y="0"/>
                </a:moveTo>
                <a:lnTo>
                  <a:pt x="738" y="20647"/>
                </a:lnTo>
                <a:cubicBezTo>
                  <a:pt x="2874" y="19194"/>
                  <a:pt x="4764" y="13661"/>
                  <a:pt x="2628" y="12967"/>
                </a:cubicBezTo>
                <a:cubicBezTo>
                  <a:pt x="866" y="12390"/>
                  <a:pt x="0" y="10831"/>
                  <a:pt x="2051" y="8919"/>
                </a:cubicBezTo>
                <a:cubicBezTo>
                  <a:pt x="4102" y="7007"/>
                  <a:pt x="919" y="5587"/>
                  <a:pt x="2030" y="4187"/>
                </a:cubicBezTo>
                <a:cubicBezTo>
                  <a:pt x="2299" y="3843"/>
                  <a:pt x="2637" y="3724"/>
                  <a:pt x="3010" y="3724"/>
                </a:cubicBezTo>
                <a:cubicBezTo>
                  <a:pt x="3839" y="3724"/>
                  <a:pt x="4845" y="4307"/>
                  <a:pt x="5669" y="4307"/>
                </a:cubicBezTo>
                <a:cubicBezTo>
                  <a:pt x="5994" y="4307"/>
                  <a:pt x="6291" y="4217"/>
                  <a:pt x="6537" y="3963"/>
                </a:cubicBezTo>
                <a:cubicBezTo>
                  <a:pt x="7663" y="2806"/>
                  <a:pt x="7494" y="84"/>
                  <a:pt x="9550" y="84"/>
                </a:cubicBezTo>
                <a:cubicBezTo>
                  <a:pt x="9581" y="84"/>
                  <a:pt x="9613" y="84"/>
                  <a:pt x="9646" y="86"/>
                </a:cubicBezTo>
                <a:cubicBezTo>
                  <a:pt x="11723" y="158"/>
                  <a:pt x="13041" y="3333"/>
                  <a:pt x="15826" y="3333"/>
                </a:cubicBezTo>
                <a:cubicBezTo>
                  <a:pt x="15918" y="3333"/>
                  <a:pt x="16012" y="3330"/>
                  <a:pt x="16107" y="3322"/>
                </a:cubicBezTo>
                <a:cubicBezTo>
                  <a:pt x="18383" y="3151"/>
                  <a:pt x="20070" y="1378"/>
                  <a:pt x="21053" y="0"/>
                </a:cubicBezTo>
                <a:close/>
              </a:path>
            </a:pathLst>
          </a:custGeom>
          <a:gradFill>
            <a:gsLst>
              <a:gs pos="0">
                <a:schemeClr val="accent1"/>
              </a:gs>
              <a:gs pos="100000">
                <a:schemeClr val="accent2"/>
              </a:gs>
            </a:gsLst>
            <a:path path="circle">
              <a:fillToRect l="50000" t="50000" r="50000" b="50000"/>
            </a:path>
            <a:tileRect/>
          </a:gradFill>
          <a:ln>
            <a:noFill/>
          </a:ln>
          <a:effectLst>
            <a:outerShdw blurRad="200025" dist="47625" dir="942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4"/>
          <p:cNvSpPr txBox="1">
            <a:spLocks noGrp="1"/>
          </p:cNvSpPr>
          <p:nvPr>
            <p:ph type="subTitle" idx="1"/>
          </p:nvPr>
        </p:nvSpPr>
        <p:spPr>
          <a:xfrm flipH="1">
            <a:off x="2903426" y="2379600"/>
            <a:ext cx="1707300" cy="2337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9pPr>
          </a:lstStyle>
          <a:p>
            <a:endParaRPr/>
          </a:p>
        </p:txBody>
      </p:sp>
      <p:sp>
        <p:nvSpPr>
          <p:cNvPr id="280" name="Google Shape;280;p24"/>
          <p:cNvSpPr txBox="1">
            <a:spLocks noGrp="1"/>
          </p:cNvSpPr>
          <p:nvPr>
            <p:ph type="subTitle" idx="2"/>
          </p:nvPr>
        </p:nvSpPr>
        <p:spPr>
          <a:xfrm>
            <a:off x="3048262" y="2526550"/>
            <a:ext cx="1417500" cy="2337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281" name="Google Shape;281;p24"/>
          <p:cNvSpPr txBox="1">
            <a:spLocks noGrp="1"/>
          </p:cNvSpPr>
          <p:nvPr>
            <p:ph type="subTitle" idx="3"/>
          </p:nvPr>
        </p:nvSpPr>
        <p:spPr>
          <a:xfrm flipH="1">
            <a:off x="4835822" y="2379600"/>
            <a:ext cx="1707300" cy="2337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9pPr>
          </a:lstStyle>
          <a:p>
            <a:endParaRPr/>
          </a:p>
        </p:txBody>
      </p:sp>
      <p:sp>
        <p:nvSpPr>
          <p:cNvPr id="282" name="Google Shape;282;p24"/>
          <p:cNvSpPr txBox="1">
            <a:spLocks noGrp="1"/>
          </p:cNvSpPr>
          <p:nvPr>
            <p:ph type="subTitle" idx="4"/>
          </p:nvPr>
        </p:nvSpPr>
        <p:spPr>
          <a:xfrm>
            <a:off x="4980647" y="2526550"/>
            <a:ext cx="1417500" cy="2337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
        <p:nvSpPr>
          <p:cNvPr id="283" name="Google Shape;283;p24"/>
          <p:cNvSpPr txBox="1">
            <a:spLocks noGrp="1"/>
          </p:cNvSpPr>
          <p:nvPr>
            <p:ph type="subTitle" idx="5"/>
          </p:nvPr>
        </p:nvSpPr>
        <p:spPr>
          <a:xfrm flipH="1">
            <a:off x="6768213" y="2379600"/>
            <a:ext cx="1707300" cy="233700"/>
          </a:xfrm>
          <a:prstGeom prst="rect">
            <a:avLst/>
          </a:prstGeom>
        </p:spPr>
        <p:txBody>
          <a:bodyPr spcFirstLastPara="1" wrap="square" lIns="68575" tIns="34275" rIns="68575" bIns="34275" anchor="b" anchorCtr="0">
            <a:noAutofit/>
          </a:bodyPr>
          <a:lstStyle>
            <a:lvl1pPr lvl="0" algn="ctr" rtl="0">
              <a:lnSpc>
                <a:spcPct val="100000"/>
              </a:lnSpc>
              <a:spcBef>
                <a:spcPts val="8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1pPr>
            <a:lvl2pPr lvl="1"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2pPr>
            <a:lvl3pPr lvl="2"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3pPr>
            <a:lvl4pPr lvl="3"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4pPr>
            <a:lvl5pPr lvl="4"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5pPr>
            <a:lvl6pPr lvl="5"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6pPr>
            <a:lvl7pPr lvl="6"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7pPr>
            <a:lvl8pPr lvl="7"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8pPr>
            <a:lvl9pPr lvl="8" algn="ctr" rtl="0">
              <a:lnSpc>
                <a:spcPct val="100000"/>
              </a:lnSpc>
              <a:spcBef>
                <a:spcPts val="400"/>
              </a:spcBef>
              <a:spcAft>
                <a:spcPts val="0"/>
              </a:spcAft>
              <a:buClr>
                <a:srgbClr val="FFFFFF"/>
              </a:buClr>
              <a:buSzPts val="1400"/>
              <a:buFont typeface="Squada One"/>
              <a:buNone/>
              <a:defRPr sz="1400">
                <a:solidFill>
                  <a:srgbClr val="FFFFFF"/>
                </a:solidFill>
                <a:latin typeface="Squada One"/>
                <a:ea typeface="Squada One"/>
                <a:cs typeface="Squada One"/>
                <a:sym typeface="Squada One"/>
              </a:defRPr>
            </a:lvl9pPr>
          </a:lstStyle>
          <a:p>
            <a:endParaRPr/>
          </a:p>
        </p:txBody>
      </p:sp>
      <p:sp>
        <p:nvSpPr>
          <p:cNvPr id="284" name="Google Shape;284;p24"/>
          <p:cNvSpPr txBox="1">
            <a:spLocks noGrp="1"/>
          </p:cNvSpPr>
          <p:nvPr>
            <p:ph type="subTitle" idx="6"/>
          </p:nvPr>
        </p:nvSpPr>
        <p:spPr>
          <a:xfrm>
            <a:off x="6913050" y="2526550"/>
            <a:ext cx="1417500" cy="233700"/>
          </a:xfrm>
          <a:prstGeom prst="rect">
            <a:avLst/>
          </a:prstGeom>
        </p:spPr>
        <p:txBody>
          <a:bodyPr spcFirstLastPara="1" wrap="square" lIns="68575" tIns="34275" rIns="68575" bIns="34275" anchor="t" anchorCtr="0">
            <a:noAutofit/>
          </a:bodyPr>
          <a:lstStyle>
            <a:lvl1pPr lvl="0" algn="ctr" rtl="0">
              <a:lnSpc>
                <a:spcPct val="100000"/>
              </a:lnSpc>
              <a:spcBef>
                <a:spcPts val="800"/>
              </a:spcBef>
              <a:spcAft>
                <a:spcPts val="0"/>
              </a:spcAft>
              <a:buClr>
                <a:srgbClr val="FFFFFF"/>
              </a:buClr>
              <a:buSzPts val="1200"/>
              <a:buNone/>
              <a:defRPr sz="1200">
                <a:solidFill>
                  <a:srgbClr val="FFFFFF"/>
                </a:solidFill>
              </a:defRPr>
            </a:lvl1pPr>
            <a:lvl2pPr lvl="1" algn="ctr" rtl="0">
              <a:lnSpc>
                <a:spcPct val="100000"/>
              </a:lnSpc>
              <a:spcBef>
                <a:spcPts val="400"/>
              </a:spcBef>
              <a:spcAft>
                <a:spcPts val="0"/>
              </a:spcAft>
              <a:buClr>
                <a:srgbClr val="FFFFFF"/>
              </a:buClr>
              <a:buSzPts val="1200"/>
              <a:buNone/>
              <a:defRPr sz="1200">
                <a:solidFill>
                  <a:srgbClr val="FFFFFF"/>
                </a:solidFill>
              </a:defRPr>
            </a:lvl2pPr>
            <a:lvl3pPr lvl="2" algn="ctr" rtl="0">
              <a:lnSpc>
                <a:spcPct val="100000"/>
              </a:lnSpc>
              <a:spcBef>
                <a:spcPts val="400"/>
              </a:spcBef>
              <a:spcAft>
                <a:spcPts val="0"/>
              </a:spcAft>
              <a:buClr>
                <a:srgbClr val="FFFFFF"/>
              </a:buClr>
              <a:buSzPts val="1200"/>
              <a:buNone/>
              <a:defRPr sz="1200">
                <a:solidFill>
                  <a:srgbClr val="FFFFFF"/>
                </a:solidFill>
              </a:defRPr>
            </a:lvl3pPr>
            <a:lvl4pPr lvl="3" algn="ctr" rtl="0">
              <a:lnSpc>
                <a:spcPct val="100000"/>
              </a:lnSpc>
              <a:spcBef>
                <a:spcPts val="400"/>
              </a:spcBef>
              <a:spcAft>
                <a:spcPts val="0"/>
              </a:spcAft>
              <a:buClr>
                <a:srgbClr val="FFFFFF"/>
              </a:buClr>
              <a:buSzPts val="1200"/>
              <a:buNone/>
              <a:defRPr sz="1200">
                <a:solidFill>
                  <a:srgbClr val="FFFFFF"/>
                </a:solidFill>
              </a:defRPr>
            </a:lvl4pPr>
            <a:lvl5pPr lvl="4" algn="ctr" rtl="0">
              <a:lnSpc>
                <a:spcPct val="100000"/>
              </a:lnSpc>
              <a:spcBef>
                <a:spcPts val="400"/>
              </a:spcBef>
              <a:spcAft>
                <a:spcPts val="0"/>
              </a:spcAft>
              <a:buClr>
                <a:srgbClr val="FFFFFF"/>
              </a:buClr>
              <a:buSzPts val="1200"/>
              <a:buNone/>
              <a:defRPr sz="1200">
                <a:solidFill>
                  <a:srgbClr val="FFFFFF"/>
                </a:solidFill>
              </a:defRPr>
            </a:lvl5pPr>
            <a:lvl6pPr lvl="5" algn="ctr" rtl="0">
              <a:lnSpc>
                <a:spcPct val="100000"/>
              </a:lnSpc>
              <a:spcBef>
                <a:spcPts val="400"/>
              </a:spcBef>
              <a:spcAft>
                <a:spcPts val="0"/>
              </a:spcAft>
              <a:buClr>
                <a:srgbClr val="FFFFFF"/>
              </a:buClr>
              <a:buSzPts val="1200"/>
              <a:buNone/>
              <a:defRPr sz="1200">
                <a:solidFill>
                  <a:srgbClr val="FFFFFF"/>
                </a:solidFill>
              </a:defRPr>
            </a:lvl6pPr>
            <a:lvl7pPr lvl="6" algn="ctr" rtl="0">
              <a:lnSpc>
                <a:spcPct val="100000"/>
              </a:lnSpc>
              <a:spcBef>
                <a:spcPts val="400"/>
              </a:spcBef>
              <a:spcAft>
                <a:spcPts val="0"/>
              </a:spcAft>
              <a:buClr>
                <a:srgbClr val="FFFFFF"/>
              </a:buClr>
              <a:buSzPts val="1200"/>
              <a:buNone/>
              <a:defRPr sz="1200">
                <a:solidFill>
                  <a:srgbClr val="FFFFFF"/>
                </a:solidFill>
              </a:defRPr>
            </a:lvl7pPr>
            <a:lvl8pPr lvl="7" algn="ctr" rtl="0">
              <a:lnSpc>
                <a:spcPct val="100000"/>
              </a:lnSpc>
              <a:spcBef>
                <a:spcPts val="400"/>
              </a:spcBef>
              <a:spcAft>
                <a:spcPts val="0"/>
              </a:spcAft>
              <a:buClr>
                <a:srgbClr val="FFFFFF"/>
              </a:buClr>
              <a:buSzPts val="1200"/>
              <a:buNone/>
              <a:defRPr sz="1200">
                <a:solidFill>
                  <a:srgbClr val="FFFFFF"/>
                </a:solidFill>
              </a:defRPr>
            </a:lvl8pPr>
            <a:lvl9pPr lvl="8" algn="ctr" rtl="0">
              <a:lnSpc>
                <a:spcPct val="100000"/>
              </a:lnSpc>
              <a:spcBef>
                <a:spcPts val="400"/>
              </a:spcBef>
              <a:spcAft>
                <a:spcPts val="0"/>
              </a:spcAft>
              <a:buClr>
                <a:srgbClr val="FFFFFF"/>
              </a:buClr>
              <a:buSzPts val="1200"/>
              <a:buNone/>
              <a:defRPr sz="1200">
                <a:solidFill>
                  <a:srgbClr val="FFFFFF"/>
                </a:solidFill>
              </a:defRPr>
            </a:lvl9pPr>
          </a:lstStyle>
          <a:p>
            <a:endParaRPr/>
          </a:p>
        </p:txBody>
      </p:sp>
    </p:spTree>
    <p:extLst>
      <p:ext uri="{BB962C8B-B14F-4D97-AF65-F5344CB8AC3E}">
        <p14:creationId xmlns:p14="http://schemas.microsoft.com/office/powerpoint/2010/main" val="2496545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71B55"/>
              </a:buClr>
              <a:buSzPts val="3300"/>
              <a:buFont typeface="Squada One"/>
              <a:buNone/>
              <a:defRPr sz="3300" b="1" i="0" u="none" strike="noStrike" cap="none">
                <a:solidFill>
                  <a:srgbClr val="071B55"/>
                </a:solidFill>
                <a:latin typeface="Squada One"/>
                <a:ea typeface="Squada One"/>
                <a:cs typeface="Squada One"/>
                <a:sym typeface="Squada One"/>
              </a:defRPr>
            </a:lvl1pPr>
            <a:lvl2pPr lvl="1">
              <a:spcBef>
                <a:spcPts val="0"/>
              </a:spcBef>
              <a:spcAft>
                <a:spcPts val="0"/>
              </a:spcAft>
              <a:buClr>
                <a:srgbClr val="071B55"/>
              </a:buClr>
              <a:buSzPts val="1100"/>
              <a:buNone/>
              <a:defRPr sz="1400">
                <a:solidFill>
                  <a:srgbClr val="071B55"/>
                </a:solidFill>
              </a:defRPr>
            </a:lvl2pPr>
            <a:lvl3pPr lvl="2">
              <a:spcBef>
                <a:spcPts val="0"/>
              </a:spcBef>
              <a:spcAft>
                <a:spcPts val="0"/>
              </a:spcAft>
              <a:buClr>
                <a:srgbClr val="071B55"/>
              </a:buClr>
              <a:buSzPts val="1100"/>
              <a:buNone/>
              <a:defRPr sz="1400">
                <a:solidFill>
                  <a:srgbClr val="071B55"/>
                </a:solidFill>
              </a:defRPr>
            </a:lvl3pPr>
            <a:lvl4pPr lvl="3">
              <a:spcBef>
                <a:spcPts val="0"/>
              </a:spcBef>
              <a:spcAft>
                <a:spcPts val="0"/>
              </a:spcAft>
              <a:buClr>
                <a:srgbClr val="071B55"/>
              </a:buClr>
              <a:buSzPts val="1100"/>
              <a:buNone/>
              <a:defRPr sz="1400">
                <a:solidFill>
                  <a:srgbClr val="071B55"/>
                </a:solidFill>
              </a:defRPr>
            </a:lvl4pPr>
            <a:lvl5pPr lvl="4">
              <a:spcBef>
                <a:spcPts val="0"/>
              </a:spcBef>
              <a:spcAft>
                <a:spcPts val="0"/>
              </a:spcAft>
              <a:buClr>
                <a:srgbClr val="071B55"/>
              </a:buClr>
              <a:buSzPts val="1100"/>
              <a:buNone/>
              <a:defRPr sz="1400">
                <a:solidFill>
                  <a:srgbClr val="071B55"/>
                </a:solidFill>
              </a:defRPr>
            </a:lvl5pPr>
            <a:lvl6pPr lvl="5">
              <a:spcBef>
                <a:spcPts val="0"/>
              </a:spcBef>
              <a:spcAft>
                <a:spcPts val="0"/>
              </a:spcAft>
              <a:buClr>
                <a:srgbClr val="071B55"/>
              </a:buClr>
              <a:buSzPts val="1100"/>
              <a:buNone/>
              <a:defRPr sz="1400">
                <a:solidFill>
                  <a:srgbClr val="071B55"/>
                </a:solidFill>
              </a:defRPr>
            </a:lvl6pPr>
            <a:lvl7pPr lvl="6">
              <a:spcBef>
                <a:spcPts val="0"/>
              </a:spcBef>
              <a:spcAft>
                <a:spcPts val="0"/>
              </a:spcAft>
              <a:buClr>
                <a:srgbClr val="071B55"/>
              </a:buClr>
              <a:buSzPts val="1100"/>
              <a:buNone/>
              <a:defRPr sz="1400">
                <a:solidFill>
                  <a:srgbClr val="071B55"/>
                </a:solidFill>
              </a:defRPr>
            </a:lvl7pPr>
            <a:lvl8pPr lvl="7">
              <a:spcBef>
                <a:spcPts val="0"/>
              </a:spcBef>
              <a:spcAft>
                <a:spcPts val="0"/>
              </a:spcAft>
              <a:buClr>
                <a:srgbClr val="071B55"/>
              </a:buClr>
              <a:buSzPts val="1100"/>
              <a:buNone/>
              <a:defRPr sz="1400">
                <a:solidFill>
                  <a:srgbClr val="071B55"/>
                </a:solidFill>
              </a:defRPr>
            </a:lvl8pPr>
            <a:lvl9pPr lvl="8">
              <a:spcBef>
                <a:spcPts val="0"/>
              </a:spcBef>
              <a:spcAft>
                <a:spcPts val="0"/>
              </a:spcAft>
              <a:buClr>
                <a:srgbClr val="071B55"/>
              </a:buClr>
              <a:buSzPts val="1100"/>
              <a:buNone/>
              <a:defRPr sz="1400">
                <a:solidFill>
                  <a:srgbClr val="071B55"/>
                </a:solidFill>
              </a:defRPr>
            </a:lvl9pPr>
          </a:lstStyle>
          <a:p>
            <a:endParaRPr/>
          </a:p>
        </p:txBody>
      </p:sp>
      <p:sp>
        <p:nvSpPr>
          <p:cNvPr id="11" name="Google Shape;11;p1"/>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285750" algn="l" rtl="0">
              <a:lnSpc>
                <a:spcPct val="90000"/>
              </a:lnSpc>
              <a:spcBef>
                <a:spcPts val="8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1pPr>
            <a:lvl2pPr marL="914400" marR="0" lvl="1"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2pPr>
            <a:lvl3pPr marL="1371600" marR="0" lvl="2"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3pPr>
            <a:lvl4pPr marL="1828800" marR="0" lvl="3"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4pPr>
            <a:lvl5pPr marL="2286000" marR="0" lvl="4"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5pPr>
            <a:lvl6pPr marL="2743200" marR="0" lvl="5"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6pPr>
            <a:lvl7pPr marL="3200400" marR="0" lvl="6"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7pPr>
            <a:lvl8pPr marL="3657600" marR="0" lvl="7"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8pPr>
            <a:lvl9pPr marL="4114800" marR="0" lvl="8" indent="-285750" algn="l" rtl="0">
              <a:lnSpc>
                <a:spcPct val="90000"/>
              </a:lnSpc>
              <a:spcBef>
                <a:spcPts val="400"/>
              </a:spcBef>
              <a:spcAft>
                <a:spcPts val="0"/>
              </a:spcAft>
              <a:buClr>
                <a:srgbClr val="071B55"/>
              </a:buClr>
              <a:buSzPts val="900"/>
              <a:buFont typeface="Roboto Slab Light"/>
              <a:buChar char="•"/>
              <a:defRPr sz="900" i="0" u="none" strike="noStrike" cap="none">
                <a:solidFill>
                  <a:srgbClr val="071B55"/>
                </a:solidFill>
                <a:latin typeface="Roboto Slab Light"/>
                <a:ea typeface="Roboto Slab Light"/>
                <a:cs typeface="Roboto Slab Light"/>
                <a:sym typeface="Roboto Slab Light"/>
              </a:defRPr>
            </a:lvl9pPr>
          </a:lstStyle>
          <a:p>
            <a:endParaRPr/>
          </a:p>
        </p:txBody>
      </p:sp>
      <p:sp>
        <p:nvSpPr>
          <p:cNvPr id="12" name="Google Shape;12;p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C"/>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C"/>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C"/>
                </a:solidFill>
                <a:latin typeface="Calibri"/>
                <a:ea typeface="Calibri"/>
                <a:cs typeface="Calibri"/>
                <a:sym typeface="Calibri"/>
              </a:defRPr>
            </a:lvl1pPr>
            <a:lvl2pPr marL="0" marR="0" lvl="1" indent="0" algn="r" rtl="0">
              <a:spcBef>
                <a:spcPts val="0"/>
              </a:spcBef>
              <a:buNone/>
              <a:defRPr sz="900" b="0" i="0" u="none" strike="noStrike" cap="none">
                <a:solidFill>
                  <a:srgbClr val="88888C"/>
                </a:solidFill>
                <a:latin typeface="Calibri"/>
                <a:ea typeface="Calibri"/>
                <a:cs typeface="Calibri"/>
                <a:sym typeface="Calibri"/>
              </a:defRPr>
            </a:lvl2pPr>
            <a:lvl3pPr marL="0" marR="0" lvl="2" indent="0" algn="r" rtl="0">
              <a:spcBef>
                <a:spcPts val="0"/>
              </a:spcBef>
              <a:buNone/>
              <a:defRPr sz="900" b="0" i="0" u="none" strike="noStrike" cap="none">
                <a:solidFill>
                  <a:srgbClr val="88888C"/>
                </a:solidFill>
                <a:latin typeface="Calibri"/>
                <a:ea typeface="Calibri"/>
                <a:cs typeface="Calibri"/>
                <a:sym typeface="Calibri"/>
              </a:defRPr>
            </a:lvl3pPr>
            <a:lvl4pPr marL="0" marR="0" lvl="3" indent="0" algn="r" rtl="0">
              <a:spcBef>
                <a:spcPts val="0"/>
              </a:spcBef>
              <a:buNone/>
              <a:defRPr sz="900" b="0" i="0" u="none" strike="noStrike" cap="none">
                <a:solidFill>
                  <a:srgbClr val="88888C"/>
                </a:solidFill>
                <a:latin typeface="Calibri"/>
                <a:ea typeface="Calibri"/>
                <a:cs typeface="Calibri"/>
                <a:sym typeface="Calibri"/>
              </a:defRPr>
            </a:lvl4pPr>
            <a:lvl5pPr marL="0" marR="0" lvl="4" indent="0" algn="r" rtl="0">
              <a:spcBef>
                <a:spcPts val="0"/>
              </a:spcBef>
              <a:buNone/>
              <a:defRPr sz="900" b="0" i="0" u="none" strike="noStrike" cap="none">
                <a:solidFill>
                  <a:srgbClr val="88888C"/>
                </a:solidFill>
                <a:latin typeface="Calibri"/>
                <a:ea typeface="Calibri"/>
                <a:cs typeface="Calibri"/>
                <a:sym typeface="Calibri"/>
              </a:defRPr>
            </a:lvl5pPr>
            <a:lvl6pPr marL="0" marR="0" lvl="5" indent="0" algn="r" rtl="0">
              <a:spcBef>
                <a:spcPts val="0"/>
              </a:spcBef>
              <a:buNone/>
              <a:defRPr sz="900" b="0" i="0" u="none" strike="noStrike" cap="none">
                <a:solidFill>
                  <a:srgbClr val="88888C"/>
                </a:solidFill>
                <a:latin typeface="Calibri"/>
                <a:ea typeface="Calibri"/>
                <a:cs typeface="Calibri"/>
                <a:sym typeface="Calibri"/>
              </a:defRPr>
            </a:lvl6pPr>
            <a:lvl7pPr marL="0" marR="0" lvl="6" indent="0" algn="r" rtl="0">
              <a:spcBef>
                <a:spcPts val="0"/>
              </a:spcBef>
              <a:buNone/>
              <a:defRPr sz="900" b="0" i="0" u="none" strike="noStrike" cap="none">
                <a:solidFill>
                  <a:srgbClr val="88888C"/>
                </a:solidFill>
                <a:latin typeface="Calibri"/>
                <a:ea typeface="Calibri"/>
                <a:cs typeface="Calibri"/>
                <a:sym typeface="Calibri"/>
              </a:defRPr>
            </a:lvl7pPr>
            <a:lvl8pPr marL="0" marR="0" lvl="7" indent="0" algn="r" rtl="0">
              <a:spcBef>
                <a:spcPts val="0"/>
              </a:spcBef>
              <a:buNone/>
              <a:defRPr sz="900" b="0" i="0" u="none" strike="noStrike" cap="none">
                <a:solidFill>
                  <a:srgbClr val="88888C"/>
                </a:solidFill>
                <a:latin typeface="Calibri"/>
                <a:ea typeface="Calibri"/>
                <a:cs typeface="Calibri"/>
                <a:sym typeface="Calibri"/>
              </a:defRPr>
            </a:lvl8pPr>
            <a:lvl9pPr marL="0" marR="0" lvl="8" indent="0" algn="r" rtl="0">
              <a:spcBef>
                <a:spcPts val="0"/>
              </a:spcBef>
              <a:buNone/>
              <a:defRPr sz="900" b="0" i="0" u="none" strike="noStrike" cap="none">
                <a:solidFill>
                  <a:srgbClr val="88888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8" r:id="rId8"/>
    <p:sldLayoutId id="2147483659" r:id="rId9"/>
    <p:sldLayoutId id="2147483660" r:id="rId10"/>
    <p:sldLayoutId id="2147483662" r:id="rId11"/>
    <p:sldLayoutId id="2147483664" r:id="rId12"/>
    <p:sldLayoutId id="2147483667" r:id="rId13"/>
    <p:sldLayoutId id="2147483673" r:id="rId14"/>
    <p:sldLayoutId id="2147483677" r:id="rId15"/>
    <p:sldLayoutId id="2147483678"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microsoft.com/office/2007/relationships/hdphoto" Target="../media/hdphoto2.wdp"/><Relationship Id="rId5" Type="http://schemas.openxmlformats.org/officeDocument/2006/relationships/image" Target="../media/image2.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microsoft.com/office/2007/relationships/hdphoto" Target="../media/hdphoto5.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7.wdp"/><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9.png"/><Relationship Id="rId5" Type="http://schemas.microsoft.com/office/2007/relationships/hdphoto" Target="../media/hdphoto6.wdp"/><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2"/>
          <p:cNvSpPr txBox="1">
            <a:spLocks noGrp="1"/>
          </p:cNvSpPr>
          <p:nvPr>
            <p:ph type="ctrTitle"/>
          </p:nvPr>
        </p:nvSpPr>
        <p:spPr>
          <a:xfrm>
            <a:off x="1254750" y="1386165"/>
            <a:ext cx="6634500" cy="12414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Nunito Sans Black"/>
              <a:buNone/>
            </a:pPr>
            <a:r>
              <a:rPr lang="es-ES" dirty="0"/>
              <a:t>USB Security Key</a:t>
            </a:r>
            <a:endParaRPr b="0" dirty="0"/>
          </a:p>
        </p:txBody>
      </p:sp>
      <p:sp>
        <p:nvSpPr>
          <p:cNvPr id="320" name="Google Shape;320;p32"/>
          <p:cNvSpPr txBox="1">
            <a:spLocks noGrp="1"/>
          </p:cNvSpPr>
          <p:nvPr>
            <p:ph type="subTitle" idx="1"/>
          </p:nvPr>
        </p:nvSpPr>
        <p:spPr>
          <a:xfrm>
            <a:off x="2750250" y="2627565"/>
            <a:ext cx="3643500" cy="1107091"/>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s-ES" b="1" dirty="0" err="1"/>
              <a:t>Group</a:t>
            </a:r>
            <a:r>
              <a:rPr lang="es-ES" b="1" dirty="0"/>
              <a:t> </a:t>
            </a:r>
            <a:r>
              <a:rPr lang="es-ES" b="1" dirty="0" err="1"/>
              <a:t>Members</a:t>
            </a:r>
            <a:r>
              <a:rPr lang="es-ES" b="1" dirty="0"/>
              <a:t>  </a:t>
            </a:r>
          </a:p>
          <a:p>
            <a:pPr marL="0" lvl="0" indent="0" algn="ctr" rtl="0">
              <a:spcBef>
                <a:spcPts val="800"/>
              </a:spcBef>
              <a:spcAft>
                <a:spcPts val="0"/>
              </a:spcAft>
              <a:buNone/>
            </a:pPr>
            <a:r>
              <a:rPr lang="es-ES" dirty="0" err="1"/>
              <a:t>Manojkumar</a:t>
            </a:r>
            <a:r>
              <a:rPr lang="es-ES" dirty="0"/>
              <a:t> Patil   -   315CS20012</a:t>
            </a:r>
          </a:p>
          <a:p>
            <a:pPr marL="0" lvl="0" indent="0" algn="ctr" rtl="0">
              <a:spcBef>
                <a:spcPts val="800"/>
              </a:spcBef>
              <a:spcAft>
                <a:spcPts val="0"/>
              </a:spcAft>
              <a:buNone/>
            </a:pPr>
            <a:r>
              <a:rPr lang="es-ES" dirty="0" err="1"/>
              <a:t>Vinayak</a:t>
            </a:r>
            <a:r>
              <a:rPr lang="es-ES" dirty="0"/>
              <a:t> </a:t>
            </a:r>
            <a:r>
              <a:rPr lang="es-ES" dirty="0" err="1"/>
              <a:t>Kamkar</a:t>
            </a:r>
            <a:r>
              <a:rPr lang="es-ES" dirty="0"/>
              <a:t>     -   315CS20048</a:t>
            </a:r>
          </a:p>
          <a:p>
            <a:pPr marL="0" lvl="0" indent="0" algn="ctr" rtl="0">
              <a:spcBef>
                <a:spcPts val="800"/>
              </a:spcBef>
              <a:spcAft>
                <a:spcPts val="0"/>
              </a:spcAft>
              <a:buNone/>
            </a:pPr>
            <a:r>
              <a:rPr lang="es-ES" dirty="0" err="1"/>
              <a:t>Vishal</a:t>
            </a:r>
            <a:r>
              <a:rPr lang="es-ES" dirty="0"/>
              <a:t> </a:t>
            </a:r>
            <a:r>
              <a:rPr lang="es-ES" dirty="0" err="1"/>
              <a:t>Kadalagi</a:t>
            </a:r>
            <a:r>
              <a:rPr lang="es-ES" dirty="0"/>
              <a:t>       -   315CS20049</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19"/>
                                        </p:tgtEl>
                                        <p:attrNameLst>
                                          <p:attrName>style.visibility</p:attrName>
                                        </p:attrNameLst>
                                      </p:cBhvr>
                                      <p:to>
                                        <p:strVal val="visible"/>
                                      </p:to>
                                    </p:set>
                                    <p:animEffect transition="in" filter="barn(inVertical)">
                                      <p:cBhvr>
                                        <p:cTn id="7" dur="500"/>
                                        <p:tgtEl>
                                          <p:spTgt spid="31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0">
                                            <p:txEl>
                                              <p:pRg st="0" end="0"/>
                                            </p:txEl>
                                          </p:spTgt>
                                        </p:tgtEl>
                                        <p:attrNameLst>
                                          <p:attrName>style.visibility</p:attrName>
                                        </p:attrNameLst>
                                      </p:cBhvr>
                                      <p:to>
                                        <p:strVal val="visible"/>
                                      </p:to>
                                    </p:set>
                                    <p:animEffect transition="in" filter="fade">
                                      <p:cBhvr>
                                        <p:cTn id="11" dur="750"/>
                                        <p:tgtEl>
                                          <p:spTgt spid="320">
                                            <p:txEl>
                                              <p:pRg st="0" end="0"/>
                                            </p:txEl>
                                          </p:spTgt>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320">
                                            <p:txEl>
                                              <p:pRg st="1" end="1"/>
                                            </p:txEl>
                                          </p:spTgt>
                                        </p:tgtEl>
                                        <p:attrNameLst>
                                          <p:attrName>style.visibility</p:attrName>
                                        </p:attrNameLst>
                                      </p:cBhvr>
                                      <p:to>
                                        <p:strVal val="visible"/>
                                      </p:to>
                                    </p:set>
                                    <p:animEffect transition="in" filter="fade">
                                      <p:cBhvr>
                                        <p:cTn id="15" dur="750"/>
                                        <p:tgtEl>
                                          <p:spTgt spid="320">
                                            <p:txEl>
                                              <p:pRg st="1" end="1"/>
                                            </p:txEl>
                                          </p:spTgt>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320">
                                            <p:txEl>
                                              <p:pRg st="2" end="2"/>
                                            </p:txEl>
                                          </p:spTgt>
                                        </p:tgtEl>
                                        <p:attrNameLst>
                                          <p:attrName>style.visibility</p:attrName>
                                        </p:attrNameLst>
                                      </p:cBhvr>
                                      <p:to>
                                        <p:strVal val="visible"/>
                                      </p:to>
                                    </p:set>
                                    <p:animEffect transition="in" filter="fade">
                                      <p:cBhvr>
                                        <p:cTn id="19" dur="750"/>
                                        <p:tgtEl>
                                          <p:spTgt spid="320">
                                            <p:txEl>
                                              <p:pRg st="2" end="2"/>
                                            </p:txEl>
                                          </p:spTgt>
                                        </p:tgtEl>
                                      </p:cBhvr>
                                    </p:animEffect>
                                  </p:childTnLst>
                                </p:cTn>
                              </p:par>
                            </p:childTnLst>
                          </p:cTn>
                        </p:par>
                        <p:par>
                          <p:cTn id="20" fill="hold">
                            <p:stCondLst>
                              <p:cond delay="2750"/>
                            </p:stCondLst>
                            <p:childTnLst>
                              <p:par>
                                <p:cTn id="21" presetID="10" presetClass="entr" presetSubtype="0" fill="hold" grpId="0" nodeType="afterEffect">
                                  <p:stCondLst>
                                    <p:cond delay="0"/>
                                  </p:stCondLst>
                                  <p:childTnLst>
                                    <p:set>
                                      <p:cBhvr>
                                        <p:cTn id="22" dur="1" fill="hold">
                                          <p:stCondLst>
                                            <p:cond delay="0"/>
                                          </p:stCondLst>
                                        </p:cTn>
                                        <p:tgtEl>
                                          <p:spTgt spid="320">
                                            <p:txEl>
                                              <p:pRg st="3" end="3"/>
                                            </p:txEl>
                                          </p:spTgt>
                                        </p:tgtEl>
                                        <p:attrNameLst>
                                          <p:attrName>style.visibility</p:attrName>
                                        </p:attrNameLst>
                                      </p:cBhvr>
                                      <p:to>
                                        <p:strVal val="visible"/>
                                      </p:to>
                                    </p:set>
                                    <p:animEffect transition="in" filter="fade">
                                      <p:cBhvr>
                                        <p:cTn id="23" dur="750"/>
                                        <p:tgtEl>
                                          <p:spTgt spid="3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 grpId="0"/>
      <p:bldP spid="32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4" name="Google Shape;334;p34"/>
          <p:cNvSpPr txBox="1">
            <a:spLocks noGrp="1"/>
          </p:cNvSpPr>
          <p:nvPr>
            <p:ph type="subTitle" idx="4"/>
          </p:nvPr>
        </p:nvSpPr>
        <p:spPr>
          <a:xfrm>
            <a:off x="2333634" y="1779965"/>
            <a:ext cx="1919867" cy="281700"/>
          </a:xfrm>
          <a:prstGeom prst="rect">
            <a:avLst/>
          </a:prstGeom>
        </p:spPr>
        <p:txBody>
          <a:bodyPr spcFirstLastPara="1" wrap="square" lIns="68575" tIns="34275" rIns="68575" bIns="34275" anchor="t" anchorCtr="0">
            <a:noAutofit/>
          </a:bodyPr>
          <a:lstStyle/>
          <a:p>
            <a:pPr marL="0" lvl="0" indent="0" algn="l" rtl="0">
              <a:spcBef>
                <a:spcPts val="0"/>
              </a:spcBef>
              <a:spcAft>
                <a:spcPts val="0"/>
              </a:spcAft>
              <a:buNone/>
            </a:pPr>
            <a:r>
              <a:rPr lang="es-ES" sz="1400" b="1" dirty="0" err="1">
                <a:solidFill>
                  <a:schemeClr val="lt1"/>
                </a:solidFill>
              </a:rPr>
              <a:t>Introduction</a:t>
            </a:r>
            <a:endParaRPr sz="1800" b="1" dirty="0"/>
          </a:p>
        </p:txBody>
      </p:sp>
      <p:sp>
        <p:nvSpPr>
          <p:cNvPr id="337" name="Google Shape;337;p34"/>
          <p:cNvSpPr txBox="1">
            <a:spLocks noGrp="1"/>
          </p:cNvSpPr>
          <p:nvPr>
            <p:ph type="ctrTitle"/>
          </p:nvPr>
        </p:nvSpPr>
        <p:spPr>
          <a:xfrm>
            <a:off x="3191520" y="382293"/>
            <a:ext cx="2135700" cy="9462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None/>
            </a:pPr>
            <a:r>
              <a:rPr lang="es-ES" b="0" dirty="0"/>
              <a:t>TABLE OF CONTENTS</a:t>
            </a:r>
            <a:endParaRPr b="0" dirty="0"/>
          </a:p>
        </p:txBody>
      </p:sp>
      <p:sp>
        <p:nvSpPr>
          <p:cNvPr id="338" name="Google Shape;338;p34"/>
          <p:cNvSpPr txBox="1">
            <a:spLocks noGrp="1"/>
          </p:cNvSpPr>
          <p:nvPr>
            <p:ph type="title" idx="7"/>
          </p:nvPr>
        </p:nvSpPr>
        <p:spPr>
          <a:xfrm>
            <a:off x="1078320" y="1753042"/>
            <a:ext cx="1230600" cy="454500"/>
          </a:xfrm>
          <a:prstGeom prst="rect">
            <a:avLst/>
          </a:prstGeom>
        </p:spPr>
        <p:txBody>
          <a:bodyPr spcFirstLastPara="1" wrap="square" lIns="68575" tIns="34275" rIns="68575" bIns="34275" anchor="t" anchorCtr="0">
            <a:noAutofit/>
          </a:bodyPr>
          <a:lstStyle/>
          <a:p>
            <a:pPr marL="0" lvl="0" indent="0" algn="r" rtl="0">
              <a:spcBef>
                <a:spcPts val="0"/>
              </a:spcBef>
              <a:spcAft>
                <a:spcPts val="0"/>
              </a:spcAft>
              <a:buNone/>
            </a:pPr>
            <a:r>
              <a:rPr lang="es-ES" b="0" dirty="0"/>
              <a:t>01</a:t>
            </a:r>
            <a:endParaRPr b="0" dirty="0"/>
          </a:p>
        </p:txBody>
      </p:sp>
      <p:sp>
        <p:nvSpPr>
          <p:cNvPr id="339" name="Google Shape;339;p34"/>
          <p:cNvSpPr txBox="1">
            <a:spLocks noGrp="1"/>
          </p:cNvSpPr>
          <p:nvPr>
            <p:ph type="title" idx="8"/>
          </p:nvPr>
        </p:nvSpPr>
        <p:spPr>
          <a:xfrm>
            <a:off x="1103034" y="2195911"/>
            <a:ext cx="1230600" cy="454500"/>
          </a:xfrm>
          <a:prstGeom prst="rect">
            <a:avLst/>
          </a:prstGeom>
        </p:spPr>
        <p:txBody>
          <a:bodyPr spcFirstLastPara="1" wrap="square" lIns="68575" tIns="34275" rIns="68575" bIns="34275" anchor="t" anchorCtr="0">
            <a:noAutofit/>
          </a:bodyPr>
          <a:lstStyle/>
          <a:p>
            <a:pPr marL="0" lvl="0" indent="0" algn="r" rtl="0">
              <a:spcBef>
                <a:spcPts val="0"/>
              </a:spcBef>
              <a:spcAft>
                <a:spcPts val="0"/>
              </a:spcAft>
              <a:buNone/>
            </a:pPr>
            <a:r>
              <a:rPr lang="es-ES" b="0" dirty="0"/>
              <a:t>02</a:t>
            </a:r>
            <a:endParaRPr b="0" dirty="0"/>
          </a:p>
        </p:txBody>
      </p:sp>
      <p:sp>
        <p:nvSpPr>
          <p:cNvPr id="340" name="Google Shape;340;p34"/>
          <p:cNvSpPr txBox="1">
            <a:spLocks noGrp="1"/>
          </p:cNvSpPr>
          <p:nvPr>
            <p:ph type="title" idx="9"/>
          </p:nvPr>
        </p:nvSpPr>
        <p:spPr>
          <a:xfrm>
            <a:off x="1103034" y="2652758"/>
            <a:ext cx="1230600" cy="454500"/>
          </a:xfrm>
          <a:prstGeom prst="rect">
            <a:avLst/>
          </a:prstGeom>
        </p:spPr>
        <p:txBody>
          <a:bodyPr spcFirstLastPara="1" wrap="square" lIns="68575" tIns="34275" rIns="68575" bIns="34275" anchor="t" anchorCtr="0">
            <a:noAutofit/>
          </a:bodyPr>
          <a:lstStyle/>
          <a:p>
            <a:pPr marL="0" lvl="0" indent="0" algn="r" rtl="0">
              <a:spcBef>
                <a:spcPts val="0"/>
              </a:spcBef>
              <a:spcAft>
                <a:spcPts val="0"/>
              </a:spcAft>
              <a:buNone/>
            </a:pPr>
            <a:r>
              <a:rPr lang="es-ES" b="0" dirty="0"/>
              <a:t>03</a:t>
            </a:r>
            <a:endParaRPr b="0" dirty="0"/>
          </a:p>
        </p:txBody>
      </p:sp>
      <p:sp>
        <p:nvSpPr>
          <p:cNvPr id="342" name="Google Shape;342;p34"/>
          <p:cNvSpPr txBox="1">
            <a:spLocks noGrp="1"/>
          </p:cNvSpPr>
          <p:nvPr>
            <p:ph type="title" idx="15"/>
          </p:nvPr>
        </p:nvSpPr>
        <p:spPr>
          <a:xfrm>
            <a:off x="1103034" y="3155614"/>
            <a:ext cx="1230600" cy="454500"/>
          </a:xfrm>
          <a:prstGeom prst="rect">
            <a:avLst/>
          </a:prstGeom>
        </p:spPr>
        <p:txBody>
          <a:bodyPr spcFirstLastPara="1" wrap="square" lIns="68575" tIns="34275" rIns="68575" bIns="34275" anchor="t" anchorCtr="0">
            <a:noAutofit/>
          </a:bodyPr>
          <a:lstStyle/>
          <a:p>
            <a:pPr marL="0" lvl="0" indent="0" algn="r" rtl="0">
              <a:spcBef>
                <a:spcPts val="0"/>
              </a:spcBef>
              <a:spcAft>
                <a:spcPts val="0"/>
              </a:spcAft>
              <a:buNone/>
            </a:pPr>
            <a:r>
              <a:rPr lang="es-ES" b="0" dirty="0"/>
              <a:t>04</a:t>
            </a:r>
            <a:endParaRPr b="0" dirty="0"/>
          </a:p>
        </p:txBody>
      </p:sp>
      <p:sp>
        <p:nvSpPr>
          <p:cNvPr id="6" name="Google Shape;334;p34">
            <a:extLst>
              <a:ext uri="{FF2B5EF4-FFF2-40B4-BE49-F238E27FC236}">
                <a16:creationId xmlns:a16="http://schemas.microsoft.com/office/drawing/2014/main" xmlns="" id="{D02DFED0-44BF-E8EB-860B-666A058C9AEE}"/>
              </a:ext>
            </a:extLst>
          </p:cNvPr>
          <p:cNvSpPr txBox="1">
            <a:spLocks/>
          </p:cNvSpPr>
          <p:nvPr/>
        </p:nvSpPr>
        <p:spPr>
          <a:xfrm>
            <a:off x="2333634" y="2194710"/>
            <a:ext cx="1786303"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Scope</a:t>
            </a:r>
            <a:endParaRPr lang="es-ES" sz="1800" b="1" dirty="0"/>
          </a:p>
        </p:txBody>
      </p:sp>
      <p:sp>
        <p:nvSpPr>
          <p:cNvPr id="11" name="Google Shape;334;p34">
            <a:extLst>
              <a:ext uri="{FF2B5EF4-FFF2-40B4-BE49-F238E27FC236}">
                <a16:creationId xmlns:a16="http://schemas.microsoft.com/office/drawing/2014/main" xmlns="" id="{AB6E8947-C95E-55A3-1EF2-4041A64F6AA6}"/>
              </a:ext>
            </a:extLst>
          </p:cNvPr>
          <p:cNvSpPr txBox="1">
            <a:spLocks/>
          </p:cNvSpPr>
          <p:nvPr/>
        </p:nvSpPr>
        <p:spPr>
          <a:xfrm>
            <a:off x="2333634" y="2564011"/>
            <a:ext cx="2576751"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a:solidFill>
                  <a:schemeClr val="lt1"/>
                </a:solidFill>
              </a:rPr>
              <a:t>Work</a:t>
            </a:r>
            <a:r>
              <a:rPr lang="es-ES" sz="1400" b="1" dirty="0">
                <a:solidFill>
                  <a:schemeClr val="lt1"/>
                </a:solidFill>
              </a:rPr>
              <a:t> </a:t>
            </a:r>
            <a:r>
              <a:rPr lang="es-ES" sz="1400" b="1" dirty="0" smtClean="0">
                <a:solidFill>
                  <a:schemeClr val="lt1"/>
                </a:solidFill>
              </a:rPr>
              <a:t>&amp; </a:t>
            </a:r>
            <a:r>
              <a:rPr lang="es-ES" sz="1400" b="1" dirty="0" err="1" smtClean="0">
                <a:solidFill>
                  <a:schemeClr val="lt1"/>
                </a:solidFill>
              </a:rPr>
              <a:t>Cost</a:t>
            </a:r>
            <a:r>
              <a:rPr lang="es-ES" sz="1400" b="1" dirty="0" smtClean="0">
                <a:solidFill>
                  <a:schemeClr val="lt1"/>
                </a:solidFill>
              </a:rPr>
              <a:t> </a:t>
            </a:r>
            <a:r>
              <a:rPr lang="es-ES" sz="1400" b="1" dirty="0" err="1" smtClean="0">
                <a:solidFill>
                  <a:schemeClr val="lt1"/>
                </a:solidFill>
              </a:rPr>
              <a:t>Breakdown</a:t>
            </a:r>
            <a:r>
              <a:rPr lang="es-ES" sz="1400" b="1" dirty="0" smtClean="0">
                <a:solidFill>
                  <a:schemeClr val="lt1"/>
                </a:solidFill>
              </a:rPr>
              <a:t> </a:t>
            </a:r>
            <a:r>
              <a:rPr lang="es-ES" sz="1400" b="1" dirty="0" err="1">
                <a:solidFill>
                  <a:schemeClr val="lt1"/>
                </a:solidFill>
              </a:rPr>
              <a:t>Structure</a:t>
            </a:r>
            <a:endParaRPr lang="es-ES" sz="1400" b="1" dirty="0"/>
          </a:p>
        </p:txBody>
      </p:sp>
      <p:sp>
        <p:nvSpPr>
          <p:cNvPr id="16" name="Google Shape;334;p34">
            <a:extLst>
              <a:ext uri="{FF2B5EF4-FFF2-40B4-BE49-F238E27FC236}">
                <a16:creationId xmlns:a16="http://schemas.microsoft.com/office/drawing/2014/main" xmlns="" id="{65C4D558-3A87-1FF4-072C-9BB022E1F2A5}"/>
              </a:ext>
            </a:extLst>
          </p:cNvPr>
          <p:cNvSpPr txBox="1">
            <a:spLocks/>
          </p:cNvSpPr>
          <p:nvPr/>
        </p:nvSpPr>
        <p:spPr>
          <a:xfrm>
            <a:off x="2333633" y="3549250"/>
            <a:ext cx="2690429"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Risk</a:t>
            </a:r>
            <a:r>
              <a:rPr lang="es-ES" sz="1400" b="1" dirty="0" smtClean="0">
                <a:solidFill>
                  <a:schemeClr val="lt1"/>
                </a:solidFill>
              </a:rPr>
              <a:t> </a:t>
            </a:r>
            <a:r>
              <a:rPr lang="es-ES" sz="1400" b="1" dirty="0" err="1" smtClean="0">
                <a:solidFill>
                  <a:schemeClr val="lt1"/>
                </a:solidFill>
              </a:rPr>
              <a:t>Analysis</a:t>
            </a:r>
            <a:r>
              <a:rPr lang="es-ES" sz="1400" b="1" dirty="0" smtClean="0">
                <a:solidFill>
                  <a:schemeClr val="lt1"/>
                </a:solidFill>
              </a:rPr>
              <a:t> &amp; </a:t>
            </a:r>
            <a:r>
              <a:rPr lang="es-ES" sz="1400" b="1" dirty="0" err="1" smtClean="0">
                <a:solidFill>
                  <a:schemeClr val="lt1"/>
                </a:solidFill>
              </a:rPr>
              <a:t>Methodology</a:t>
            </a:r>
            <a:endParaRPr lang="es-ES" sz="1800" b="1" dirty="0"/>
          </a:p>
        </p:txBody>
      </p:sp>
      <p:sp>
        <p:nvSpPr>
          <p:cNvPr id="18" name="Google Shape;342;p34">
            <a:extLst>
              <a:ext uri="{FF2B5EF4-FFF2-40B4-BE49-F238E27FC236}">
                <a16:creationId xmlns:a16="http://schemas.microsoft.com/office/drawing/2014/main" xmlns="" id="{E2CC9654-DC0C-541D-AE32-DE47A27FEF6B}"/>
              </a:ext>
            </a:extLst>
          </p:cNvPr>
          <p:cNvSpPr txBox="1">
            <a:spLocks/>
          </p:cNvSpPr>
          <p:nvPr/>
        </p:nvSpPr>
        <p:spPr>
          <a:xfrm>
            <a:off x="4331430" y="2186472"/>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08</a:t>
            </a:r>
            <a:endParaRPr lang="es-ES" dirty="0"/>
          </a:p>
        </p:txBody>
      </p:sp>
      <p:sp>
        <p:nvSpPr>
          <p:cNvPr id="21" name="Google Shape;342;p34">
            <a:extLst>
              <a:ext uri="{FF2B5EF4-FFF2-40B4-BE49-F238E27FC236}">
                <a16:creationId xmlns:a16="http://schemas.microsoft.com/office/drawing/2014/main" xmlns="" id="{68969701-80A5-ABB8-76C8-D20831BDD66D}"/>
              </a:ext>
            </a:extLst>
          </p:cNvPr>
          <p:cNvSpPr txBox="1">
            <a:spLocks/>
          </p:cNvSpPr>
          <p:nvPr/>
        </p:nvSpPr>
        <p:spPr>
          <a:xfrm>
            <a:off x="4339668" y="2686267"/>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a:t>09</a:t>
            </a:r>
          </a:p>
          <a:p>
            <a:endParaRPr lang="es-ES" dirty="0"/>
          </a:p>
        </p:txBody>
      </p:sp>
      <p:sp>
        <p:nvSpPr>
          <p:cNvPr id="22" name="Google Shape;334;p34">
            <a:extLst>
              <a:ext uri="{FF2B5EF4-FFF2-40B4-BE49-F238E27FC236}">
                <a16:creationId xmlns:a16="http://schemas.microsoft.com/office/drawing/2014/main" xmlns="" id="{7CF73310-4BB9-04BD-7297-E82D2D450516}"/>
              </a:ext>
            </a:extLst>
          </p:cNvPr>
          <p:cNvSpPr txBox="1">
            <a:spLocks/>
          </p:cNvSpPr>
          <p:nvPr/>
        </p:nvSpPr>
        <p:spPr>
          <a:xfrm>
            <a:off x="5553792" y="2191693"/>
            <a:ext cx="2513780"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System</a:t>
            </a:r>
            <a:r>
              <a:rPr lang="es-ES" sz="1400" b="1" dirty="0" smtClean="0">
                <a:solidFill>
                  <a:schemeClr val="lt1"/>
                </a:solidFill>
              </a:rPr>
              <a:t> </a:t>
            </a:r>
            <a:r>
              <a:rPr lang="es-ES" sz="1400" b="1" dirty="0" err="1" smtClean="0">
                <a:solidFill>
                  <a:schemeClr val="lt1"/>
                </a:solidFill>
              </a:rPr>
              <a:t>Architecture</a:t>
            </a:r>
            <a:endParaRPr lang="es-ES" sz="1800" b="1" dirty="0"/>
          </a:p>
        </p:txBody>
      </p:sp>
      <p:sp>
        <p:nvSpPr>
          <p:cNvPr id="25" name="Google Shape;334;p34">
            <a:extLst>
              <a:ext uri="{FF2B5EF4-FFF2-40B4-BE49-F238E27FC236}">
                <a16:creationId xmlns:a16="http://schemas.microsoft.com/office/drawing/2014/main" xmlns="" id="{FBACED21-AD00-E33B-F295-FA128EE6D09D}"/>
              </a:ext>
            </a:extLst>
          </p:cNvPr>
          <p:cNvSpPr txBox="1">
            <a:spLocks/>
          </p:cNvSpPr>
          <p:nvPr/>
        </p:nvSpPr>
        <p:spPr>
          <a:xfrm>
            <a:off x="5553791" y="2598865"/>
            <a:ext cx="1919867"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Design</a:t>
            </a:r>
            <a:r>
              <a:rPr lang="es-ES" sz="1400" b="1" dirty="0" smtClean="0">
                <a:solidFill>
                  <a:schemeClr val="lt1"/>
                </a:solidFill>
              </a:rPr>
              <a:t> &amp; </a:t>
            </a:r>
            <a:r>
              <a:rPr lang="es-ES" sz="1400" b="1" dirty="0" err="1" smtClean="0">
                <a:solidFill>
                  <a:schemeClr val="lt1"/>
                </a:solidFill>
              </a:rPr>
              <a:t>Implementation</a:t>
            </a:r>
            <a:endParaRPr lang="es-ES" sz="1800" b="1" dirty="0"/>
          </a:p>
        </p:txBody>
      </p:sp>
      <p:sp>
        <p:nvSpPr>
          <p:cNvPr id="19" name="Google Shape;334;p34">
            <a:extLst>
              <a:ext uri="{FF2B5EF4-FFF2-40B4-BE49-F238E27FC236}">
                <a16:creationId xmlns:a16="http://schemas.microsoft.com/office/drawing/2014/main" xmlns="" id="{65C4D558-3A87-1FF4-072C-9BB022E1F2A5}"/>
              </a:ext>
            </a:extLst>
          </p:cNvPr>
          <p:cNvSpPr txBox="1">
            <a:spLocks/>
          </p:cNvSpPr>
          <p:nvPr/>
        </p:nvSpPr>
        <p:spPr>
          <a:xfrm>
            <a:off x="2333634" y="3180328"/>
            <a:ext cx="2690429"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smtClean="0">
                <a:solidFill>
                  <a:schemeClr val="lt1"/>
                </a:solidFill>
              </a:rPr>
              <a:t>Time-Line </a:t>
            </a:r>
            <a:r>
              <a:rPr lang="es-ES" sz="1400" b="1" dirty="0">
                <a:solidFill>
                  <a:schemeClr val="lt1"/>
                </a:solidFill>
              </a:rPr>
              <a:t>S</a:t>
            </a:r>
            <a:r>
              <a:rPr lang="es-ES" sz="1400" b="1" dirty="0" smtClean="0">
                <a:solidFill>
                  <a:schemeClr val="lt1"/>
                </a:solidFill>
              </a:rPr>
              <a:t>chedule</a:t>
            </a:r>
            <a:endParaRPr lang="es-ES" sz="1800" b="1" dirty="0"/>
          </a:p>
        </p:txBody>
      </p:sp>
      <p:sp>
        <p:nvSpPr>
          <p:cNvPr id="26" name="Google Shape;342;p34"/>
          <p:cNvSpPr txBox="1">
            <a:spLocks/>
          </p:cNvSpPr>
          <p:nvPr/>
        </p:nvSpPr>
        <p:spPr>
          <a:xfrm>
            <a:off x="1103034" y="3523006"/>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05</a:t>
            </a:r>
            <a:endParaRPr lang="es-ES" dirty="0"/>
          </a:p>
        </p:txBody>
      </p:sp>
      <p:sp>
        <p:nvSpPr>
          <p:cNvPr id="27" name="Google Shape;334;p34">
            <a:extLst>
              <a:ext uri="{FF2B5EF4-FFF2-40B4-BE49-F238E27FC236}">
                <a16:creationId xmlns:a16="http://schemas.microsoft.com/office/drawing/2014/main" xmlns="" id="{65C4D558-3A87-1FF4-072C-9BB022E1F2A5}"/>
              </a:ext>
            </a:extLst>
          </p:cNvPr>
          <p:cNvSpPr txBox="1">
            <a:spLocks/>
          </p:cNvSpPr>
          <p:nvPr/>
        </p:nvSpPr>
        <p:spPr>
          <a:xfrm>
            <a:off x="5562030" y="1781776"/>
            <a:ext cx="2848438"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Technology</a:t>
            </a:r>
            <a:r>
              <a:rPr lang="es-ES" sz="1400" b="1" dirty="0" smtClean="0">
                <a:solidFill>
                  <a:schemeClr val="lt1"/>
                </a:solidFill>
              </a:rPr>
              <a:t> </a:t>
            </a:r>
            <a:endParaRPr lang="es-ES" sz="1800" b="1" dirty="0"/>
          </a:p>
        </p:txBody>
      </p:sp>
      <p:sp>
        <p:nvSpPr>
          <p:cNvPr id="28" name="Google Shape;342;p34"/>
          <p:cNvSpPr txBox="1">
            <a:spLocks/>
          </p:cNvSpPr>
          <p:nvPr/>
        </p:nvSpPr>
        <p:spPr>
          <a:xfrm>
            <a:off x="1103032" y="3928428"/>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06</a:t>
            </a:r>
            <a:endParaRPr lang="es-ES" dirty="0"/>
          </a:p>
        </p:txBody>
      </p:sp>
      <p:sp>
        <p:nvSpPr>
          <p:cNvPr id="29" name="Google Shape;334;p34">
            <a:extLst>
              <a:ext uri="{FF2B5EF4-FFF2-40B4-BE49-F238E27FC236}">
                <a16:creationId xmlns:a16="http://schemas.microsoft.com/office/drawing/2014/main" xmlns="" id="{65C4D558-3A87-1FF4-072C-9BB022E1F2A5}"/>
              </a:ext>
            </a:extLst>
          </p:cNvPr>
          <p:cNvSpPr txBox="1">
            <a:spLocks/>
          </p:cNvSpPr>
          <p:nvPr/>
        </p:nvSpPr>
        <p:spPr>
          <a:xfrm>
            <a:off x="2333634" y="3936316"/>
            <a:ext cx="2690429"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Literature</a:t>
            </a:r>
            <a:r>
              <a:rPr lang="es-ES" sz="1400" b="1" dirty="0" smtClean="0">
                <a:solidFill>
                  <a:schemeClr val="lt1"/>
                </a:solidFill>
              </a:rPr>
              <a:t>  </a:t>
            </a:r>
            <a:r>
              <a:rPr lang="es-ES" sz="1400" b="1" dirty="0" err="1" smtClean="0">
                <a:solidFill>
                  <a:schemeClr val="lt1"/>
                </a:solidFill>
              </a:rPr>
              <a:t>Survey</a:t>
            </a:r>
            <a:endParaRPr lang="es-ES" sz="1800" b="1" dirty="0"/>
          </a:p>
        </p:txBody>
      </p:sp>
      <p:sp>
        <p:nvSpPr>
          <p:cNvPr id="30" name="Google Shape;342;p34">
            <a:extLst>
              <a:ext uri="{FF2B5EF4-FFF2-40B4-BE49-F238E27FC236}">
                <a16:creationId xmlns:a16="http://schemas.microsoft.com/office/drawing/2014/main" xmlns="" id="{E2CC9654-DC0C-541D-AE32-DE47A27FEF6B}"/>
              </a:ext>
            </a:extLst>
          </p:cNvPr>
          <p:cNvSpPr txBox="1">
            <a:spLocks/>
          </p:cNvSpPr>
          <p:nvPr/>
        </p:nvSpPr>
        <p:spPr>
          <a:xfrm>
            <a:off x="4339668" y="1781776"/>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07</a:t>
            </a:r>
            <a:endParaRPr lang="es-ES" dirty="0"/>
          </a:p>
        </p:txBody>
      </p:sp>
      <p:sp>
        <p:nvSpPr>
          <p:cNvPr id="23" name="Google Shape;342;p34">
            <a:extLst>
              <a:ext uri="{FF2B5EF4-FFF2-40B4-BE49-F238E27FC236}">
                <a16:creationId xmlns:a16="http://schemas.microsoft.com/office/drawing/2014/main" xmlns="" id="{68969701-80A5-ABB8-76C8-D20831BDD66D}"/>
              </a:ext>
            </a:extLst>
          </p:cNvPr>
          <p:cNvSpPr txBox="1">
            <a:spLocks/>
          </p:cNvSpPr>
          <p:nvPr/>
        </p:nvSpPr>
        <p:spPr>
          <a:xfrm>
            <a:off x="4323192" y="3180328"/>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10</a:t>
            </a:r>
            <a:endParaRPr lang="es-ES" dirty="0"/>
          </a:p>
          <a:p>
            <a:endParaRPr lang="es-ES" dirty="0"/>
          </a:p>
        </p:txBody>
      </p:sp>
      <p:sp>
        <p:nvSpPr>
          <p:cNvPr id="24" name="Google Shape;334;p34">
            <a:extLst>
              <a:ext uri="{FF2B5EF4-FFF2-40B4-BE49-F238E27FC236}">
                <a16:creationId xmlns:a16="http://schemas.microsoft.com/office/drawing/2014/main" xmlns="" id="{FBACED21-AD00-E33B-F295-FA128EE6D09D}"/>
              </a:ext>
            </a:extLst>
          </p:cNvPr>
          <p:cNvSpPr txBox="1">
            <a:spLocks/>
          </p:cNvSpPr>
          <p:nvPr/>
        </p:nvSpPr>
        <p:spPr>
          <a:xfrm>
            <a:off x="5542161" y="3190007"/>
            <a:ext cx="2390877"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Features</a:t>
            </a:r>
            <a:r>
              <a:rPr lang="es-ES" sz="1400" b="1" dirty="0" smtClean="0">
                <a:solidFill>
                  <a:schemeClr val="lt1"/>
                </a:solidFill>
              </a:rPr>
              <a:t> &amp; </a:t>
            </a:r>
            <a:r>
              <a:rPr lang="es-ES" sz="1400" b="1" dirty="0" err="1" smtClean="0">
                <a:solidFill>
                  <a:schemeClr val="lt1"/>
                </a:solidFill>
              </a:rPr>
              <a:t>Functionality</a:t>
            </a:r>
            <a:endParaRPr lang="es-ES" sz="1800" b="1" dirty="0"/>
          </a:p>
        </p:txBody>
      </p:sp>
      <p:sp>
        <p:nvSpPr>
          <p:cNvPr id="31" name="Google Shape;342;p34">
            <a:extLst>
              <a:ext uri="{FF2B5EF4-FFF2-40B4-BE49-F238E27FC236}">
                <a16:creationId xmlns:a16="http://schemas.microsoft.com/office/drawing/2014/main" xmlns="" id="{68969701-80A5-ABB8-76C8-D20831BDD66D}"/>
              </a:ext>
            </a:extLst>
          </p:cNvPr>
          <p:cNvSpPr txBox="1">
            <a:spLocks/>
          </p:cNvSpPr>
          <p:nvPr/>
        </p:nvSpPr>
        <p:spPr>
          <a:xfrm>
            <a:off x="4295085" y="3523006"/>
            <a:ext cx="1230600" cy="4545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1800"/>
              <a:buFont typeface="Squada One"/>
              <a:buNone/>
              <a:defRPr sz="1800" b="0" i="0" u="none" strike="noStrike" cap="none">
                <a:solidFill>
                  <a:srgbClr val="FFFFFF"/>
                </a:solidFill>
                <a:latin typeface="Squada One"/>
                <a:ea typeface="Squada One"/>
                <a:cs typeface="Squada One"/>
                <a:sym typeface="Squada One"/>
              </a:defRPr>
            </a:lvl1pPr>
            <a:lvl2pPr marR="0" lvl="1"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2pPr>
            <a:lvl3pPr marR="0" lvl="2"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3pPr>
            <a:lvl4pPr marR="0" lvl="3"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4pPr>
            <a:lvl5pPr marR="0" lvl="4"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5pPr>
            <a:lvl6pPr marR="0" lvl="5"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6pPr>
            <a:lvl7pPr marR="0" lvl="6"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7pPr>
            <a:lvl8pPr marR="0" lvl="7"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8pPr>
            <a:lvl9pPr marR="0" lvl="8" algn="r" rtl="0">
              <a:lnSpc>
                <a:spcPct val="100000"/>
              </a:lnSpc>
              <a:spcBef>
                <a:spcPts val="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9pPr>
          </a:lstStyle>
          <a:p>
            <a:r>
              <a:rPr lang="es-ES" dirty="0" smtClean="0"/>
              <a:t>11</a:t>
            </a:r>
            <a:endParaRPr lang="es-ES" dirty="0"/>
          </a:p>
          <a:p>
            <a:endParaRPr lang="es-ES" dirty="0"/>
          </a:p>
        </p:txBody>
      </p:sp>
      <p:sp>
        <p:nvSpPr>
          <p:cNvPr id="32" name="Google Shape;334;p34">
            <a:extLst>
              <a:ext uri="{FF2B5EF4-FFF2-40B4-BE49-F238E27FC236}">
                <a16:creationId xmlns:a16="http://schemas.microsoft.com/office/drawing/2014/main" xmlns="" id="{FBACED21-AD00-E33B-F295-FA128EE6D09D}"/>
              </a:ext>
            </a:extLst>
          </p:cNvPr>
          <p:cNvSpPr txBox="1">
            <a:spLocks/>
          </p:cNvSpPr>
          <p:nvPr/>
        </p:nvSpPr>
        <p:spPr>
          <a:xfrm>
            <a:off x="5525685" y="3549250"/>
            <a:ext cx="2390877" cy="2817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100000"/>
              </a:lnSpc>
              <a:spcBef>
                <a:spcPts val="8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1pPr>
            <a:lvl2pPr marL="914400" marR="0" lvl="1"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2pPr>
            <a:lvl3pPr marL="1371600" marR="0" lvl="2"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3pPr>
            <a:lvl4pPr marL="1828800" marR="0" lvl="3"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4pPr>
            <a:lvl5pPr marL="2286000" marR="0" lvl="4"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5pPr>
            <a:lvl6pPr marL="2743200" marR="0" lvl="5"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6pPr>
            <a:lvl7pPr marL="3200400" marR="0" lvl="6"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7pPr>
            <a:lvl8pPr marL="3657600" marR="0" lvl="7"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8pPr>
            <a:lvl9pPr marL="4114800" marR="0" lvl="8" indent="-285750" algn="l" rtl="0">
              <a:lnSpc>
                <a:spcPct val="100000"/>
              </a:lnSpc>
              <a:spcBef>
                <a:spcPts val="400"/>
              </a:spcBef>
              <a:spcAft>
                <a:spcPts val="0"/>
              </a:spcAft>
              <a:buClr>
                <a:srgbClr val="FFFFFF"/>
              </a:buClr>
              <a:buSzPts val="1100"/>
              <a:buFont typeface="Roboto Slab Light"/>
              <a:buNone/>
              <a:defRPr sz="1100" b="0" i="0" u="none" strike="noStrike" cap="none">
                <a:solidFill>
                  <a:srgbClr val="FFFFFF"/>
                </a:solidFill>
                <a:latin typeface="Roboto Slab Light"/>
                <a:ea typeface="Roboto Slab Light"/>
                <a:cs typeface="Roboto Slab Light"/>
                <a:sym typeface="Roboto Slab Light"/>
              </a:defRPr>
            </a:lvl9pPr>
          </a:lstStyle>
          <a:p>
            <a:pPr marL="0" indent="0">
              <a:spcBef>
                <a:spcPts val="0"/>
              </a:spcBef>
            </a:pPr>
            <a:r>
              <a:rPr lang="es-ES" sz="1400" b="1" dirty="0" err="1" smtClean="0">
                <a:solidFill>
                  <a:schemeClr val="lt1"/>
                </a:solidFill>
              </a:rPr>
              <a:t>Conclusion</a:t>
            </a:r>
            <a:endParaRPr lang="es-ES"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randombar(horizontal)">
                                      <p:cBhvr>
                                        <p:cTn id="7" dur="750"/>
                                        <p:tgtEl>
                                          <p:spTgt spid="337"/>
                                        </p:tgtEl>
                                      </p:cBhvr>
                                    </p:animEffect>
                                  </p:childTnLst>
                                </p:cTn>
                              </p:par>
                              <p:par>
                                <p:cTn id="8" presetID="2" presetClass="entr" presetSubtype="4" fill="hold" grpId="0" nodeType="withEffect">
                                  <p:stCondLst>
                                    <p:cond delay="0"/>
                                  </p:stCondLst>
                                  <p:childTnLst>
                                    <p:set>
                                      <p:cBhvr>
                                        <p:cTn id="9" dur="1" fill="hold">
                                          <p:stCondLst>
                                            <p:cond delay="0"/>
                                          </p:stCondLst>
                                        </p:cTn>
                                        <p:tgtEl>
                                          <p:spTgt spid="338"/>
                                        </p:tgtEl>
                                        <p:attrNameLst>
                                          <p:attrName>style.visibility</p:attrName>
                                        </p:attrNameLst>
                                      </p:cBhvr>
                                      <p:to>
                                        <p:strVal val="visible"/>
                                      </p:to>
                                    </p:set>
                                    <p:anim calcmode="lin" valueType="num">
                                      <p:cBhvr additive="base">
                                        <p:cTn id="10" dur="500" fill="hold"/>
                                        <p:tgtEl>
                                          <p:spTgt spid="338"/>
                                        </p:tgtEl>
                                        <p:attrNameLst>
                                          <p:attrName>ppt_x</p:attrName>
                                        </p:attrNameLst>
                                      </p:cBhvr>
                                      <p:tavLst>
                                        <p:tav tm="0">
                                          <p:val>
                                            <p:strVal val="#ppt_x"/>
                                          </p:val>
                                        </p:tav>
                                        <p:tav tm="100000">
                                          <p:val>
                                            <p:strVal val="#ppt_x"/>
                                          </p:val>
                                        </p:tav>
                                      </p:tavLst>
                                    </p:anim>
                                    <p:anim calcmode="lin" valueType="num">
                                      <p:cBhvr additive="base">
                                        <p:cTn id="11" dur="500" fill="hold"/>
                                        <p:tgtEl>
                                          <p:spTgt spid="338"/>
                                        </p:tgtEl>
                                        <p:attrNameLst>
                                          <p:attrName>ppt_y</p:attrName>
                                        </p:attrNameLst>
                                      </p:cBhvr>
                                      <p:tavLst>
                                        <p:tav tm="0">
                                          <p:val>
                                            <p:strVal val="1+#ppt_h/2"/>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334">
                                            <p:txEl>
                                              <p:pRg st="0" end="0"/>
                                            </p:txEl>
                                          </p:spTgt>
                                        </p:tgtEl>
                                        <p:attrNameLst>
                                          <p:attrName>style.visibility</p:attrName>
                                        </p:attrNameLst>
                                      </p:cBhvr>
                                      <p:to>
                                        <p:strVal val="visible"/>
                                      </p:to>
                                    </p:set>
                                    <p:anim calcmode="lin" valueType="num">
                                      <p:cBhvr additive="base">
                                        <p:cTn id="14" dur="500" fill="hold"/>
                                        <p:tgtEl>
                                          <p:spTgt spid="33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34">
                                            <p:txEl>
                                              <p:pRg st="0" end="0"/>
                                            </p:txEl>
                                          </p:spTgt>
                                        </p:tgtEl>
                                        <p:attrNameLst>
                                          <p:attrName>ppt_y</p:attrName>
                                        </p:attrNameLst>
                                      </p:cBhvr>
                                      <p:tavLst>
                                        <p:tav tm="0">
                                          <p:val>
                                            <p:strVal val="1+#ppt_h/2"/>
                                          </p:val>
                                        </p:tav>
                                        <p:tav tm="100000">
                                          <p:val>
                                            <p:strVal val="#ppt_y"/>
                                          </p:val>
                                        </p:tav>
                                      </p:tavLst>
                                    </p:anim>
                                  </p:childTnLst>
                                </p:cTn>
                              </p:par>
                            </p:childTnLst>
                          </p:cTn>
                        </p:par>
                        <p:par>
                          <p:cTn id="16" fill="hold">
                            <p:stCondLst>
                              <p:cond delay="750"/>
                            </p:stCondLst>
                            <p:childTnLst>
                              <p:par>
                                <p:cTn id="17" presetID="2" presetClass="entr" presetSubtype="4" fill="hold" grpId="0" nodeType="afterEffect">
                                  <p:stCondLst>
                                    <p:cond delay="0"/>
                                  </p:stCondLst>
                                  <p:childTnLst>
                                    <p:set>
                                      <p:cBhvr>
                                        <p:cTn id="18" dur="1" fill="hold">
                                          <p:stCondLst>
                                            <p:cond delay="0"/>
                                          </p:stCondLst>
                                        </p:cTn>
                                        <p:tgtEl>
                                          <p:spTgt spid="339"/>
                                        </p:tgtEl>
                                        <p:attrNameLst>
                                          <p:attrName>style.visibility</p:attrName>
                                        </p:attrNameLst>
                                      </p:cBhvr>
                                      <p:to>
                                        <p:strVal val="visible"/>
                                      </p:to>
                                    </p:set>
                                    <p:anim calcmode="lin" valueType="num">
                                      <p:cBhvr additive="base">
                                        <p:cTn id="19" dur="500" fill="hold"/>
                                        <p:tgtEl>
                                          <p:spTgt spid="339"/>
                                        </p:tgtEl>
                                        <p:attrNameLst>
                                          <p:attrName>ppt_x</p:attrName>
                                        </p:attrNameLst>
                                      </p:cBhvr>
                                      <p:tavLst>
                                        <p:tav tm="0">
                                          <p:val>
                                            <p:strVal val="#ppt_x"/>
                                          </p:val>
                                        </p:tav>
                                        <p:tav tm="100000">
                                          <p:val>
                                            <p:strVal val="#ppt_x"/>
                                          </p:val>
                                        </p:tav>
                                      </p:tavLst>
                                    </p:anim>
                                    <p:anim calcmode="lin" valueType="num">
                                      <p:cBhvr additive="base">
                                        <p:cTn id="20" dur="500" fill="hold"/>
                                        <p:tgtEl>
                                          <p:spTgt spid="33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par>
                          <p:cTn id="25" fill="hold">
                            <p:stCondLst>
                              <p:cond delay="1250"/>
                            </p:stCondLst>
                            <p:childTnLst>
                              <p:par>
                                <p:cTn id="26" presetID="2" presetClass="entr" presetSubtype="4" fill="hold" grpId="0" nodeType="afterEffect">
                                  <p:stCondLst>
                                    <p:cond delay="0"/>
                                  </p:stCondLst>
                                  <p:childTnLst>
                                    <p:set>
                                      <p:cBhvr>
                                        <p:cTn id="27" dur="1" fill="hold">
                                          <p:stCondLst>
                                            <p:cond delay="0"/>
                                          </p:stCondLst>
                                        </p:cTn>
                                        <p:tgtEl>
                                          <p:spTgt spid="340"/>
                                        </p:tgtEl>
                                        <p:attrNameLst>
                                          <p:attrName>style.visibility</p:attrName>
                                        </p:attrNameLst>
                                      </p:cBhvr>
                                      <p:to>
                                        <p:strVal val="visible"/>
                                      </p:to>
                                    </p:set>
                                    <p:anim calcmode="lin" valueType="num">
                                      <p:cBhvr additive="base">
                                        <p:cTn id="28" dur="500" fill="hold"/>
                                        <p:tgtEl>
                                          <p:spTgt spid="340"/>
                                        </p:tgtEl>
                                        <p:attrNameLst>
                                          <p:attrName>ppt_x</p:attrName>
                                        </p:attrNameLst>
                                      </p:cBhvr>
                                      <p:tavLst>
                                        <p:tav tm="0">
                                          <p:val>
                                            <p:strVal val="#ppt_x"/>
                                          </p:val>
                                        </p:tav>
                                        <p:tav tm="100000">
                                          <p:val>
                                            <p:strVal val="#ppt_x"/>
                                          </p:val>
                                        </p:tav>
                                      </p:tavLst>
                                    </p:anim>
                                    <p:anim calcmode="lin" valueType="num">
                                      <p:cBhvr additive="base">
                                        <p:cTn id="29" dur="500" fill="hold"/>
                                        <p:tgtEl>
                                          <p:spTgt spid="340"/>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par>
                          <p:cTn id="34" fill="hold">
                            <p:stCondLst>
                              <p:cond delay="1750"/>
                            </p:stCondLst>
                            <p:childTnLst>
                              <p:par>
                                <p:cTn id="35" presetID="2" presetClass="entr" presetSubtype="4" fill="hold" grpId="0" nodeType="afterEffect">
                                  <p:stCondLst>
                                    <p:cond delay="0"/>
                                  </p:stCondLst>
                                  <p:childTnLst>
                                    <p:set>
                                      <p:cBhvr>
                                        <p:cTn id="36" dur="1" fill="hold">
                                          <p:stCondLst>
                                            <p:cond delay="0"/>
                                          </p:stCondLst>
                                        </p:cTn>
                                        <p:tgtEl>
                                          <p:spTgt spid="342"/>
                                        </p:tgtEl>
                                        <p:attrNameLst>
                                          <p:attrName>style.visibility</p:attrName>
                                        </p:attrNameLst>
                                      </p:cBhvr>
                                      <p:to>
                                        <p:strVal val="visible"/>
                                      </p:to>
                                    </p:set>
                                    <p:anim calcmode="lin" valueType="num">
                                      <p:cBhvr additive="base">
                                        <p:cTn id="37" dur="500" fill="hold"/>
                                        <p:tgtEl>
                                          <p:spTgt spid="342"/>
                                        </p:tgtEl>
                                        <p:attrNameLst>
                                          <p:attrName>ppt_x</p:attrName>
                                        </p:attrNameLst>
                                      </p:cBhvr>
                                      <p:tavLst>
                                        <p:tav tm="0">
                                          <p:val>
                                            <p:strVal val="#ppt_x"/>
                                          </p:val>
                                        </p:tav>
                                        <p:tav tm="100000">
                                          <p:val>
                                            <p:strVal val="#ppt_x"/>
                                          </p:val>
                                        </p:tav>
                                      </p:tavLst>
                                    </p:anim>
                                    <p:anim calcmode="lin" valueType="num">
                                      <p:cBhvr additive="base">
                                        <p:cTn id="38" dur="500" fill="hold"/>
                                        <p:tgtEl>
                                          <p:spTgt spid="34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additive="base">
                                        <p:cTn id="41" dur="500" fill="hold"/>
                                        <p:tgtEl>
                                          <p:spTgt spid="19"/>
                                        </p:tgtEl>
                                        <p:attrNameLst>
                                          <p:attrName>ppt_x</p:attrName>
                                        </p:attrNameLst>
                                      </p:cBhvr>
                                      <p:tavLst>
                                        <p:tav tm="0">
                                          <p:val>
                                            <p:strVal val="#ppt_x"/>
                                          </p:val>
                                        </p:tav>
                                        <p:tav tm="100000">
                                          <p:val>
                                            <p:strVal val="#ppt_x"/>
                                          </p:val>
                                        </p:tav>
                                      </p:tavLst>
                                    </p:anim>
                                    <p:anim calcmode="lin" valueType="num">
                                      <p:cBhvr additive="base">
                                        <p:cTn id="42" dur="500" fill="hold"/>
                                        <p:tgtEl>
                                          <p:spTgt spid="19"/>
                                        </p:tgtEl>
                                        <p:attrNameLst>
                                          <p:attrName>ppt_y</p:attrName>
                                        </p:attrNameLst>
                                      </p:cBhvr>
                                      <p:tavLst>
                                        <p:tav tm="0">
                                          <p:val>
                                            <p:strVal val="1+#ppt_h/2"/>
                                          </p:val>
                                        </p:tav>
                                        <p:tav tm="100000">
                                          <p:val>
                                            <p:strVal val="#ppt_y"/>
                                          </p:val>
                                        </p:tav>
                                      </p:tavLst>
                                    </p:anim>
                                  </p:childTnLst>
                                </p:cTn>
                              </p:par>
                            </p:childTnLst>
                          </p:cTn>
                        </p:par>
                        <p:par>
                          <p:cTn id="43" fill="hold">
                            <p:stCondLst>
                              <p:cond delay="2250"/>
                            </p:stCondLst>
                            <p:childTnLst>
                              <p:par>
                                <p:cTn id="44" presetID="2" presetClass="entr" presetSubtype="4" fill="hold" grpId="0" nodeType="after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additive="base">
                                        <p:cTn id="46" dur="500" fill="hold"/>
                                        <p:tgtEl>
                                          <p:spTgt spid="26"/>
                                        </p:tgtEl>
                                        <p:attrNameLst>
                                          <p:attrName>ppt_x</p:attrName>
                                        </p:attrNameLst>
                                      </p:cBhvr>
                                      <p:tavLst>
                                        <p:tav tm="0">
                                          <p:val>
                                            <p:strVal val="#ppt_x"/>
                                          </p:val>
                                        </p:tav>
                                        <p:tav tm="100000">
                                          <p:val>
                                            <p:strVal val="#ppt_x"/>
                                          </p:val>
                                        </p:tav>
                                      </p:tavLst>
                                    </p:anim>
                                    <p:anim calcmode="lin" valueType="num">
                                      <p:cBhvr additive="base">
                                        <p:cTn id="47" dur="500" fill="hold"/>
                                        <p:tgtEl>
                                          <p:spTgt spid="26"/>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1+#ppt_h/2"/>
                                          </p:val>
                                        </p:tav>
                                        <p:tav tm="100000">
                                          <p:val>
                                            <p:strVal val="#ppt_y"/>
                                          </p:val>
                                        </p:tav>
                                      </p:tavLst>
                                    </p:anim>
                                  </p:childTnLst>
                                </p:cTn>
                              </p:par>
                            </p:childTnLst>
                          </p:cTn>
                        </p:par>
                        <p:par>
                          <p:cTn id="52" fill="hold">
                            <p:stCondLst>
                              <p:cond delay="2750"/>
                            </p:stCondLst>
                            <p:childTnLst>
                              <p:par>
                                <p:cTn id="53" presetID="2" presetClass="entr" presetSubtype="4"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ppt_x"/>
                                          </p:val>
                                        </p:tav>
                                        <p:tav tm="100000">
                                          <p:val>
                                            <p:strVal val="#ppt_x"/>
                                          </p:val>
                                        </p:tav>
                                      </p:tavLst>
                                    </p:anim>
                                    <p:anim calcmode="lin" valueType="num">
                                      <p:cBhvr additive="base">
                                        <p:cTn id="56" dur="500" fill="hold"/>
                                        <p:tgtEl>
                                          <p:spTgt spid="28"/>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 calcmode="lin" valueType="num">
                                      <p:cBhvr additive="base">
                                        <p:cTn id="59" dur="500" fill="hold"/>
                                        <p:tgtEl>
                                          <p:spTgt spid="29"/>
                                        </p:tgtEl>
                                        <p:attrNameLst>
                                          <p:attrName>ppt_x</p:attrName>
                                        </p:attrNameLst>
                                      </p:cBhvr>
                                      <p:tavLst>
                                        <p:tav tm="0">
                                          <p:val>
                                            <p:strVal val="#ppt_x"/>
                                          </p:val>
                                        </p:tav>
                                        <p:tav tm="100000">
                                          <p:val>
                                            <p:strVal val="#ppt_x"/>
                                          </p:val>
                                        </p:tav>
                                      </p:tavLst>
                                    </p:anim>
                                    <p:anim calcmode="lin" valueType="num">
                                      <p:cBhvr additive="base">
                                        <p:cTn id="60" dur="500" fill="hold"/>
                                        <p:tgtEl>
                                          <p:spTgt spid="29"/>
                                        </p:tgtEl>
                                        <p:attrNameLst>
                                          <p:attrName>ppt_y</p:attrName>
                                        </p:attrNameLst>
                                      </p:cBhvr>
                                      <p:tavLst>
                                        <p:tav tm="0">
                                          <p:val>
                                            <p:strVal val="1+#ppt_h/2"/>
                                          </p:val>
                                        </p:tav>
                                        <p:tav tm="100000">
                                          <p:val>
                                            <p:strVal val="#ppt_y"/>
                                          </p:val>
                                        </p:tav>
                                      </p:tavLst>
                                    </p:anim>
                                  </p:childTnLst>
                                </p:cTn>
                              </p:par>
                            </p:childTnLst>
                          </p:cTn>
                        </p:par>
                        <p:par>
                          <p:cTn id="61" fill="hold">
                            <p:stCondLst>
                              <p:cond delay="3250"/>
                            </p:stCondLst>
                            <p:childTnLst>
                              <p:par>
                                <p:cTn id="62" presetID="2" presetClass="entr" presetSubtype="4"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anim calcmode="lin" valueType="num">
                                      <p:cBhvr additive="base">
                                        <p:cTn id="64" dur="500" fill="hold"/>
                                        <p:tgtEl>
                                          <p:spTgt spid="30"/>
                                        </p:tgtEl>
                                        <p:attrNameLst>
                                          <p:attrName>ppt_x</p:attrName>
                                        </p:attrNameLst>
                                      </p:cBhvr>
                                      <p:tavLst>
                                        <p:tav tm="0">
                                          <p:val>
                                            <p:strVal val="#ppt_x"/>
                                          </p:val>
                                        </p:tav>
                                        <p:tav tm="100000">
                                          <p:val>
                                            <p:strVal val="#ppt_x"/>
                                          </p:val>
                                        </p:tav>
                                      </p:tavLst>
                                    </p:anim>
                                    <p:anim calcmode="lin" valueType="num">
                                      <p:cBhvr additive="base">
                                        <p:cTn id="65" dur="500" fill="hold"/>
                                        <p:tgtEl>
                                          <p:spTgt spid="30"/>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 calcmode="lin" valueType="num">
                                      <p:cBhvr additive="base">
                                        <p:cTn id="68" dur="500" fill="hold"/>
                                        <p:tgtEl>
                                          <p:spTgt spid="27"/>
                                        </p:tgtEl>
                                        <p:attrNameLst>
                                          <p:attrName>ppt_x</p:attrName>
                                        </p:attrNameLst>
                                      </p:cBhvr>
                                      <p:tavLst>
                                        <p:tav tm="0">
                                          <p:val>
                                            <p:strVal val="#ppt_x"/>
                                          </p:val>
                                        </p:tav>
                                        <p:tav tm="100000">
                                          <p:val>
                                            <p:strVal val="#ppt_x"/>
                                          </p:val>
                                        </p:tav>
                                      </p:tavLst>
                                    </p:anim>
                                    <p:anim calcmode="lin" valueType="num">
                                      <p:cBhvr additive="base">
                                        <p:cTn id="69" dur="500" fill="hold"/>
                                        <p:tgtEl>
                                          <p:spTgt spid="27"/>
                                        </p:tgtEl>
                                        <p:attrNameLst>
                                          <p:attrName>ppt_y</p:attrName>
                                        </p:attrNameLst>
                                      </p:cBhvr>
                                      <p:tavLst>
                                        <p:tav tm="0">
                                          <p:val>
                                            <p:strVal val="1+#ppt_h/2"/>
                                          </p:val>
                                        </p:tav>
                                        <p:tav tm="100000">
                                          <p:val>
                                            <p:strVal val="#ppt_y"/>
                                          </p:val>
                                        </p:tav>
                                      </p:tavLst>
                                    </p:anim>
                                  </p:childTnLst>
                                </p:cTn>
                              </p:par>
                            </p:childTnLst>
                          </p:cTn>
                        </p:par>
                        <p:par>
                          <p:cTn id="70" fill="hold">
                            <p:stCondLst>
                              <p:cond delay="3750"/>
                            </p:stCondLst>
                            <p:childTnLst>
                              <p:par>
                                <p:cTn id="71" presetID="2" presetClass="entr" presetSubtype="4"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ppt_x</p:attrName>
                                        </p:attrNameLst>
                                      </p:cBhvr>
                                      <p:tavLst>
                                        <p:tav tm="0">
                                          <p:val>
                                            <p:strVal val="#ppt_x"/>
                                          </p:val>
                                        </p:tav>
                                        <p:tav tm="100000">
                                          <p:val>
                                            <p:strVal val="#ppt_x"/>
                                          </p:val>
                                        </p:tav>
                                      </p:tavLst>
                                    </p:anim>
                                    <p:anim calcmode="lin" valueType="num">
                                      <p:cBhvr additive="base">
                                        <p:cTn id="74" dur="500" fill="hold"/>
                                        <p:tgtEl>
                                          <p:spTgt spid="18"/>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1+#ppt_h/2"/>
                                          </p:val>
                                        </p:tav>
                                        <p:tav tm="100000">
                                          <p:val>
                                            <p:strVal val="#ppt_y"/>
                                          </p:val>
                                        </p:tav>
                                      </p:tavLst>
                                    </p:anim>
                                  </p:childTnLst>
                                </p:cTn>
                              </p:par>
                            </p:childTnLst>
                          </p:cTn>
                        </p:par>
                        <p:par>
                          <p:cTn id="79" fill="hold">
                            <p:stCondLst>
                              <p:cond delay="4250"/>
                            </p:stCondLst>
                            <p:childTnLst>
                              <p:par>
                                <p:cTn id="80" presetID="2" presetClass="entr" presetSubtype="4"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 calcmode="lin" valueType="num">
                                      <p:cBhvr additive="base">
                                        <p:cTn id="86" dur="500" fill="hold"/>
                                        <p:tgtEl>
                                          <p:spTgt spid="25"/>
                                        </p:tgtEl>
                                        <p:attrNameLst>
                                          <p:attrName>ppt_x</p:attrName>
                                        </p:attrNameLst>
                                      </p:cBhvr>
                                      <p:tavLst>
                                        <p:tav tm="0">
                                          <p:val>
                                            <p:strVal val="#ppt_x"/>
                                          </p:val>
                                        </p:tav>
                                        <p:tav tm="100000">
                                          <p:val>
                                            <p:strVal val="#ppt_x"/>
                                          </p:val>
                                        </p:tav>
                                      </p:tavLst>
                                    </p:anim>
                                    <p:anim calcmode="lin" valueType="num">
                                      <p:cBhvr additive="base">
                                        <p:cTn id="87" dur="500" fill="hold"/>
                                        <p:tgtEl>
                                          <p:spTgt spid="25"/>
                                        </p:tgtEl>
                                        <p:attrNameLst>
                                          <p:attrName>ppt_y</p:attrName>
                                        </p:attrNameLst>
                                      </p:cBhvr>
                                      <p:tavLst>
                                        <p:tav tm="0">
                                          <p:val>
                                            <p:strVal val="1+#ppt_h/2"/>
                                          </p:val>
                                        </p:tav>
                                        <p:tav tm="100000">
                                          <p:val>
                                            <p:strVal val="#ppt_y"/>
                                          </p:val>
                                        </p:tav>
                                      </p:tavLst>
                                    </p:anim>
                                  </p:childTnLst>
                                </p:cTn>
                              </p:par>
                            </p:childTnLst>
                          </p:cTn>
                        </p:par>
                        <p:par>
                          <p:cTn id="88" fill="hold">
                            <p:stCondLst>
                              <p:cond delay="4750"/>
                            </p:stCondLst>
                            <p:childTnLst>
                              <p:par>
                                <p:cTn id="89" presetID="2" presetClass="entr" presetSubtype="4" fill="hold" grpId="0" nodeType="afterEffect">
                                  <p:stCondLst>
                                    <p:cond delay="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91" dur="500" fill="hold"/>
                                        <p:tgtEl>
                                          <p:spTgt spid="23"/>
                                        </p:tgtEl>
                                        <p:attrNameLst>
                                          <p:attrName>ppt_x</p:attrName>
                                        </p:attrNameLst>
                                      </p:cBhvr>
                                      <p:tavLst>
                                        <p:tav tm="0">
                                          <p:val>
                                            <p:strVal val="#ppt_x"/>
                                          </p:val>
                                        </p:tav>
                                        <p:tav tm="100000">
                                          <p:val>
                                            <p:strVal val="#ppt_x"/>
                                          </p:val>
                                        </p:tav>
                                      </p:tavLst>
                                    </p:anim>
                                    <p:anim calcmode="lin" valueType="num">
                                      <p:cBhvr additive="base">
                                        <p:cTn id="92" dur="500" fill="hold"/>
                                        <p:tgtEl>
                                          <p:spTgt spid="23"/>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ppt_x</p:attrName>
                                        </p:attrNameLst>
                                      </p:cBhvr>
                                      <p:tavLst>
                                        <p:tav tm="0">
                                          <p:val>
                                            <p:strVal val="#ppt_x"/>
                                          </p:val>
                                        </p:tav>
                                        <p:tav tm="100000">
                                          <p:val>
                                            <p:strVal val="#ppt_x"/>
                                          </p:val>
                                        </p:tav>
                                      </p:tavLst>
                                    </p:anim>
                                    <p:anim calcmode="lin" valueType="num">
                                      <p:cBhvr additive="base">
                                        <p:cTn id="96" dur="500" fill="hold"/>
                                        <p:tgtEl>
                                          <p:spTgt spid="24"/>
                                        </p:tgtEl>
                                        <p:attrNameLst>
                                          <p:attrName>ppt_y</p:attrName>
                                        </p:attrNameLst>
                                      </p:cBhvr>
                                      <p:tavLst>
                                        <p:tav tm="0">
                                          <p:val>
                                            <p:strVal val="1+#ppt_h/2"/>
                                          </p:val>
                                        </p:tav>
                                        <p:tav tm="100000">
                                          <p:val>
                                            <p:strVal val="#ppt_y"/>
                                          </p:val>
                                        </p:tav>
                                      </p:tavLst>
                                    </p:anim>
                                  </p:childTnLst>
                                </p:cTn>
                              </p:par>
                            </p:childTnLst>
                          </p:cTn>
                        </p:par>
                        <p:par>
                          <p:cTn id="97" fill="hold">
                            <p:stCondLst>
                              <p:cond delay="5250"/>
                            </p:stCondLst>
                            <p:childTnLst>
                              <p:par>
                                <p:cTn id="98" presetID="2" presetClass="entr" presetSubtype="4" fill="hold" grpId="0" nodeType="afterEffect">
                                  <p:stCondLst>
                                    <p:cond delay="0"/>
                                  </p:stCondLst>
                                  <p:childTnLst>
                                    <p:set>
                                      <p:cBhvr>
                                        <p:cTn id="99" dur="1" fill="hold">
                                          <p:stCondLst>
                                            <p:cond delay="0"/>
                                          </p:stCondLst>
                                        </p:cTn>
                                        <p:tgtEl>
                                          <p:spTgt spid="31"/>
                                        </p:tgtEl>
                                        <p:attrNameLst>
                                          <p:attrName>style.visibility</p:attrName>
                                        </p:attrNameLst>
                                      </p:cBhvr>
                                      <p:to>
                                        <p:strVal val="visible"/>
                                      </p:to>
                                    </p:set>
                                    <p:anim calcmode="lin" valueType="num">
                                      <p:cBhvr additive="base">
                                        <p:cTn id="100" dur="500" fill="hold"/>
                                        <p:tgtEl>
                                          <p:spTgt spid="31"/>
                                        </p:tgtEl>
                                        <p:attrNameLst>
                                          <p:attrName>ppt_x</p:attrName>
                                        </p:attrNameLst>
                                      </p:cBhvr>
                                      <p:tavLst>
                                        <p:tav tm="0">
                                          <p:val>
                                            <p:strVal val="#ppt_x"/>
                                          </p:val>
                                        </p:tav>
                                        <p:tav tm="100000">
                                          <p:val>
                                            <p:strVal val="#ppt_x"/>
                                          </p:val>
                                        </p:tav>
                                      </p:tavLst>
                                    </p:anim>
                                    <p:anim calcmode="lin" valueType="num">
                                      <p:cBhvr additive="base">
                                        <p:cTn id="101" dur="500" fill="hold"/>
                                        <p:tgtEl>
                                          <p:spTgt spid="31"/>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 calcmode="lin" valueType="num">
                                      <p:cBhvr additive="base">
                                        <p:cTn id="104" dur="500" fill="hold"/>
                                        <p:tgtEl>
                                          <p:spTgt spid="32"/>
                                        </p:tgtEl>
                                        <p:attrNameLst>
                                          <p:attrName>ppt_x</p:attrName>
                                        </p:attrNameLst>
                                      </p:cBhvr>
                                      <p:tavLst>
                                        <p:tav tm="0">
                                          <p:val>
                                            <p:strVal val="#ppt_x"/>
                                          </p:val>
                                        </p:tav>
                                        <p:tav tm="100000">
                                          <p:val>
                                            <p:strVal val="#ppt_x"/>
                                          </p:val>
                                        </p:tav>
                                      </p:tavLst>
                                    </p:anim>
                                    <p:anim calcmode="lin" valueType="num">
                                      <p:cBhvr additive="base">
                                        <p:cTn id="105"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 grpId="0" build="p"/>
      <p:bldP spid="337" grpId="0"/>
      <p:bldP spid="338" grpId="0"/>
      <p:bldP spid="339" grpId="0"/>
      <p:bldP spid="340" grpId="0"/>
      <p:bldP spid="342" grpId="0"/>
      <p:bldP spid="6" grpId="0"/>
      <p:bldP spid="11" grpId="0"/>
      <p:bldP spid="16" grpId="0"/>
      <p:bldP spid="18" grpId="0"/>
      <p:bldP spid="21" grpId="0"/>
      <p:bldP spid="22" grpId="0"/>
      <p:bldP spid="25" grpId="0"/>
      <p:bldP spid="19" grpId="0"/>
      <p:bldP spid="26" grpId="0"/>
      <p:bldP spid="27" grpId="0"/>
      <p:bldP spid="28" grpId="0"/>
      <p:bldP spid="29" grpId="0"/>
      <p:bldP spid="30" grpId="0"/>
      <p:bldP spid="23" grpId="0"/>
      <p:bldP spid="24"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3"/>
          <p:cNvSpPr txBox="1">
            <a:spLocks noGrp="1"/>
          </p:cNvSpPr>
          <p:nvPr>
            <p:ph type="ctrTitle"/>
          </p:nvPr>
        </p:nvSpPr>
        <p:spPr>
          <a:xfrm>
            <a:off x="821947" y="1171253"/>
            <a:ext cx="6634500" cy="987317"/>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dk1"/>
              </a:buClr>
              <a:buSzPts val="4500"/>
              <a:buFont typeface="Nunito Sans Black"/>
              <a:buNone/>
            </a:pPr>
            <a:r>
              <a:rPr lang="es-ES" sz="4400" b="0" dirty="0" err="1"/>
              <a:t>Introduction</a:t>
            </a:r>
            <a:endParaRPr b="0" dirty="0"/>
          </a:p>
        </p:txBody>
      </p:sp>
      <p:sp>
        <p:nvSpPr>
          <p:cNvPr id="326" name="Google Shape;326;p33"/>
          <p:cNvSpPr txBox="1">
            <a:spLocks noGrp="1"/>
          </p:cNvSpPr>
          <p:nvPr>
            <p:ph type="subTitle" idx="1"/>
          </p:nvPr>
        </p:nvSpPr>
        <p:spPr>
          <a:xfrm>
            <a:off x="1550110" y="2199667"/>
            <a:ext cx="5178175" cy="1534989"/>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n-US" dirty="0"/>
              <a:t>A USB security key is a small device that you can plug into your computer to make sure only authorized person can access certain things. It works like a special key that you need to have physically with you. When you plug it in, it proves to the software that it's really you trying to get in. This makes it harder for someone else to pretend to be you or hack into your software. It's like having a secret key that only you have, and it helps keep your software safe.</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randombar(horizontal)">
                                      <p:cBhvr>
                                        <p:cTn id="7" dur="750"/>
                                        <p:tgtEl>
                                          <p:spTgt spid="325"/>
                                        </p:tgtEl>
                                      </p:cBhvr>
                                    </p:animEffect>
                                  </p:childTnLst>
                                </p:cTn>
                              </p:par>
                            </p:childTnLst>
                          </p:cTn>
                        </p:par>
                        <p:par>
                          <p:cTn id="8" fill="hold">
                            <p:stCondLst>
                              <p:cond delay="750"/>
                            </p:stCondLst>
                            <p:childTnLst>
                              <p:par>
                                <p:cTn id="9" presetID="22" presetClass="entr" presetSubtype="4" fill="hold" grpId="0" nodeType="afterEffect">
                                  <p:stCondLst>
                                    <p:cond delay="0"/>
                                  </p:stCondLst>
                                  <p:childTnLst>
                                    <p:set>
                                      <p:cBhvr>
                                        <p:cTn id="10" dur="1" fill="hold">
                                          <p:stCondLst>
                                            <p:cond delay="0"/>
                                          </p:stCondLst>
                                        </p:cTn>
                                        <p:tgtEl>
                                          <p:spTgt spid="326">
                                            <p:txEl>
                                              <p:pRg st="0" end="0"/>
                                            </p:txEl>
                                          </p:spTgt>
                                        </p:tgtEl>
                                        <p:attrNameLst>
                                          <p:attrName>style.visibility</p:attrName>
                                        </p:attrNameLst>
                                      </p:cBhvr>
                                      <p:to>
                                        <p:strVal val="visible"/>
                                      </p:to>
                                    </p:set>
                                    <p:animEffect transition="in" filter="wipe(down)">
                                      <p:cBhvr>
                                        <p:cTn id="11" dur="750"/>
                                        <p:tgtEl>
                                          <p:spTgt spid="3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 grpId="0"/>
      <p:bldP spid="32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7" name="Google Shape;1537;p51"/>
          <p:cNvSpPr txBox="1"/>
          <p:nvPr/>
        </p:nvSpPr>
        <p:spPr>
          <a:xfrm>
            <a:off x="860859" y="1567177"/>
            <a:ext cx="1524900" cy="496200"/>
          </a:xfrm>
          <a:prstGeom prst="rect">
            <a:avLst/>
          </a:prstGeom>
          <a:noFill/>
          <a:ln>
            <a:noFill/>
          </a:ln>
        </p:spPr>
        <p:txBody>
          <a:bodyPr spcFirstLastPara="1" wrap="square" lIns="0" tIns="9525" rIns="0" bIns="0" anchor="t" anchorCtr="0">
            <a:noAutofit/>
          </a:bodyPr>
          <a:lstStyle/>
          <a:p>
            <a:pPr marL="0" marR="0" lvl="0" indent="0" algn="r" rtl="0">
              <a:lnSpc>
                <a:spcPct val="100000"/>
              </a:lnSpc>
              <a:spcBef>
                <a:spcPts val="0"/>
              </a:spcBef>
              <a:spcAft>
                <a:spcPts val="0"/>
              </a:spcAft>
              <a:buNone/>
            </a:pPr>
            <a:r>
              <a:rPr lang="es-ES" sz="1200" b="1" dirty="0" err="1" smtClean="0">
                <a:solidFill>
                  <a:srgbClr val="FFFFFF"/>
                </a:solidFill>
                <a:latin typeface="Roboto Slab Light"/>
                <a:ea typeface="Roboto Slab Light"/>
                <a:cs typeface="Roboto Slab Light"/>
                <a:sym typeface="Roboto Slab Light"/>
              </a:rPr>
              <a:t>Authentication</a:t>
            </a:r>
            <a:endParaRPr sz="1200" b="1" dirty="0">
              <a:solidFill>
                <a:srgbClr val="FFFFFF"/>
              </a:solidFill>
              <a:latin typeface="Roboto Slab Light"/>
              <a:ea typeface="Roboto Slab Light"/>
              <a:cs typeface="Roboto Slab Light"/>
              <a:sym typeface="Roboto Slab Light"/>
            </a:endParaRPr>
          </a:p>
        </p:txBody>
      </p:sp>
      <p:sp>
        <p:nvSpPr>
          <p:cNvPr id="1538" name="Google Shape;1538;p51"/>
          <p:cNvSpPr txBox="1"/>
          <p:nvPr/>
        </p:nvSpPr>
        <p:spPr>
          <a:xfrm>
            <a:off x="5241226" y="3500750"/>
            <a:ext cx="1378800" cy="362100"/>
          </a:xfrm>
          <a:prstGeom prst="rect">
            <a:avLst/>
          </a:prstGeom>
          <a:noFill/>
          <a:ln>
            <a:noFill/>
          </a:ln>
        </p:spPr>
        <p:txBody>
          <a:bodyPr spcFirstLastPara="1" wrap="square" lIns="0" tIns="9525" rIns="0" bIns="0" anchor="t" anchorCtr="0">
            <a:noAutofit/>
          </a:bodyPr>
          <a:lstStyle/>
          <a:p>
            <a:pPr marL="0" marR="0" lvl="0" indent="0" algn="l" rtl="0">
              <a:lnSpc>
                <a:spcPct val="100000"/>
              </a:lnSpc>
              <a:spcBef>
                <a:spcPts val="0"/>
              </a:spcBef>
              <a:spcAft>
                <a:spcPts val="0"/>
              </a:spcAft>
              <a:buNone/>
            </a:pPr>
            <a:r>
              <a:rPr lang="en-US" sz="1200" b="1" dirty="0" smtClean="0">
                <a:solidFill>
                  <a:srgbClr val="FFFFFF"/>
                </a:solidFill>
                <a:latin typeface="Roboto Slab Light"/>
                <a:ea typeface="Roboto Slab Light"/>
                <a:cs typeface="Roboto Slab Light"/>
                <a:sym typeface="Roboto Slab Light"/>
              </a:rPr>
              <a:t>Integration</a:t>
            </a:r>
            <a:endParaRPr sz="1200" b="1" dirty="0">
              <a:solidFill>
                <a:srgbClr val="FFFFFF"/>
              </a:solidFill>
              <a:latin typeface="Roboto Slab Light"/>
              <a:ea typeface="Roboto Slab Light"/>
              <a:cs typeface="Roboto Slab Light"/>
              <a:sym typeface="Roboto Slab Light"/>
            </a:endParaRPr>
          </a:p>
          <a:p>
            <a:pPr marL="12700" marR="0" lvl="0" indent="127000" algn="l" rtl="0">
              <a:lnSpc>
                <a:spcPct val="100000"/>
              </a:lnSpc>
              <a:spcBef>
                <a:spcPts val="1200"/>
              </a:spcBef>
              <a:spcAft>
                <a:spcPts val="0"/>
              </a:spcAft>
              <a:buNone/>
            </a:pPr>
            <a:endParaRPr sz="900" dirty="0">
              <a:solidFill>
                <a:srgbClr val="FFFFFF"/>
              </a:solidFill>
              <a:latin typeface="Roboto Slab Light"/>
              <a:ea typeface="Roboto Slab Light"/>
              <a:cs typeface="Roboto Slab Light"/>
              <a:sym typeface="Roboto Slab Light"/>
            </a:endParaRPr>
          </a:p>
        </p:txBody>
      </p:sp>
      <p:sp>
        <p:nvSpPr>
          <p:cNvPr id="1539" name="Google Shape;1539;p51"/>
          <p:cNvSpPr txBox="1"/>
          <p:nvPr/>
        </p:nvSpPr>
        <p:spPr>
          <a:xfrm>
            <a:off x="1095524" y="3402839"/>
            <a:ext cx="1442700" cy="362100"/>
          </a:xfrm>
          <a:prstGeom prst="rect">
            <a:avLst/>
          </a:prstGeom>
          <a:noFill/>
          <a:ln>
            <a:noFill/>
          </a:ln>
        </p:spPr>
        <p:txBody>
          <a:bodyPr spcFirstLastPara="1" wrap="square" lIns="0" tIns="9525" rIns="0" bIns="0" anchor="t" anchorCtr="0">
            <a:noAutofit/>
          </a:bodyPr>
          <a:lstStyle/>
          <a:p>
            <a:pPr marL="0" marR="0" lvl="0" indent="0" algn="ctr" rtl="0">
              <a:lnSpc>
                <a:spcPct val="100000"/>
              </a:lnSpc>
              <a:spcBef>
                <a:spcPts val="0"/>
              </a:spcBef>
              <a:spcAft>
                <a:spcPts val="0"/>
              </a:spcAft>
              <a:buNone/>
            </a:pPr>
            <a:r>
              <a:rPr lang="es-ES" sz="1200" b="1" dirty="0" err="1" smtClean="0">
                <a:solidFill>
                  <a:srgbClr val="FFFFFF"/>
                </a:solidFill>
                <a:latin typeface="Roboto Slab Light"/>
                <a:ea typeface="Roboto Slab Light"/>
                <a:cs typeface="Roboto Slab Light"/>
                <a:sym typeface="Roboto Slab Light"/>
              </a:rPr>
              <a:t>User</a:t>
            </a:r>
            <a:r>
              <a:rPr lang="es-ES" sz="1200" b="1" dirty="0" smtClean="0">
                <a:solidFill>
                  <a:srgbClr val="FFFFFF"/>
                </a:solidFill>
                <a:latin typeface="Roboto Slab Light"/>
                <a:ea typeface="Roboto Slab Light"/>
                <a:cs typeface="Roboto Slab Light"/>
                <a:sym typeface="Roboto Slab Light"/>
              </a:rPr>
              <a:t> </a:t>
            </a:r>
          </a:p>
          <a:p>
            <a:pPr marL="0" marR="0" lvl="0" indent="0" algn="ctr" rtl="0">
              <a:lnSpc>
                <a:spcPct val="100000"/>
              </a:lnSpc>
              <a:spcBef>
                <a:spcPts val="0"/>
              </a:spcBef>
              <a:spcAft>
                <a:spcPts val="0"/>
              </a:spcAft>
              <a:buNone/>
            </a:pPr>
            <a:r>
              <a:rPr lang="es-ES" sz="1200" b="1" dirty="0" err="1" smtClean="0">
                <a:solidFill>
                  <a:srgbClr val="FFFFFF"/>
                </a:solidFill>
                <a:latin typeface="Roboto Slab Light"/>
                <a:ea typeface="Roboto Slab Light"/>
                <a:cs typeface="Roboto Slab Light"/>
                <a:sym typeface="Roboto Slab Light"/>
              </a:rPr>
              <a:t>Experience</a:t>
            </a:r>
            <a:endParaRPr sz="1200" b="1" dirty="0">
              <a:solidFill>
                <a:srgbClr val="FFFFFF"/>
              </a:solidFill>
              <a:latin typeface="Roboto Slab Light"/>
              <a:ea typeface="Roboto Slab Light"/>
              <a:cs typeface="Roboto Slab Light"/>
              <a:sym typeface="Roboto Slab Light"/>
            </a:endParaRPr>
          </a:p>
        </p:txBody>
      </p:sp>
      <p:grpSp>
        <p:nvGrpSpPr>
          <p:cNvPr id="1540" name="Google Shape;1540;p51"/>
          <p:cNvGrpSpPr/>
          <p:nvPr/>
        </p:nvGrpSpPr>
        <p:grpSpPr>
          <a:xfrm>
            <a:off x="2521300" y="1261426"/>
            <a:ext cx="2567438" cy="2782125"/>
            <a:chOff x="2414775" y="987726"/>
            <a:chExt cx="2567438" cy="2782125"/>
          </a:xfrm>
        </p:grpSpPr>
        <p:sp>
          <p:nvSpPr>
            <p:cNvPr id="1541" name="Google Shape;1541;p51"/>
            <p:cNvSpPr/>
            <p:nvPr/>
          </p:nvSpPr>
          <p:spPr>
            <a:xfrm>
              <a:off x="2431699" y="1105981"/>
              <a:ext cx="2535900" cy="2535900"/>
            </a:xfrm>
            <a:prstGeom prst="ellipse">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51"/>
            <p:cNvSpPr/>
            <p:nvPr/>
          </p:nvSpPr>
          <p:spPr>
            <a:xfrm>
              <a:off x="2414775" y="987726"/>
              <a:ext cx="914400" cy="914700"/>
            </a:xfrm>
            <a:prstGeom prst="ellipse">
              <a:avLst/>
            </a:prstGeom>
            <a:gradFill>
              <a:gsLst>
                <a:gs pos="0">
                  <a:srgbClr val="0C2E3A"/>
                </a:gs>
                <a:gs pos="100000">
                  <a:srgbClr val="110F16"/>
                </a:gs>
              </a:gsLst>
              <a:lin ang="540001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51"/>
            <p:cNvSpPr/>
            <p:nvPr/>
          </p:nvSpPr>
          <p:spPr>
            <a:xfrm>
              <a:off x="4067813" y="987726"/>
              <a:ext cx="914400" cy="914700"/>
            </a:xfrm>
            <a:prstGeom prst="ellipse">
              <a:avLst/>
            </a:prstGeom>
            <a:gradFill>
              <a:gsLst>
                <a:gs pos="0">
                  <a:srgbClr val="0C2E3A"/>
                </a:gs>
                <a:gs pos="100000">
                  <a:srgbClr val="110F16"/>
                </a:gs>
              </a:gsLst>
              <a:lin ang="540001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51"/>
            <p:cNvSpPr/>
            <p:nvPr/>
          </p:nvSpPr>
          <p:spPr>
            <a:xfrm>
              <a:off x="2414775" y="2855151"/>
              <a:ext cx="914400" cy="914700"/>
            </a:xfrm>
            <a:prstGeom prst="ellipse">
              <a:avLst/>
            </a:prstGeom>
            <a:gradFill>
              <a:gsLst>
                <a:gs pos="0">
                  <a:srgbClr val="0C2E3A"/>
                </a:gs>
                <a:gs pos="100000">
                  <a:srgbClr val="110F16"/>
                </a:gs>
              </a:gsLst>
              <a:lin ang="540001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51"/>
            <p:cNvSpPr/>
            <p:nvPr/>
          </p:nvSpPr>
          <p:spPr>
            <a:xfrm>
              <a:off x="4067813" y="2855151"/>
              <a:ext cx="914400" cy="914700"/>
            </a:xfrm>
            <a:prstGeom prst="ellipse">
              <a:avLst/>
            </a:prstGeom>
            <a:gradFill>
              <a:gsLst>
                <a:gs pos="0">
                  <a:srgbClr val="0C2E3A"/>
                </a:gs>
                <a:gs pos="100000">
                  <a:srgbClr val="110F16"/>
                </a:gs>
              </a:gsLst>
              <a:lin ang="5400012" scaled="0"/>
            </a:gra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51"/>
          <p:cNvSpPr txBox="1"/>
          <p:nvPr/>
        </p:nvSpPr>
        <p:spPr>
          <a:xfrm>
            <a:off x="5059609" y="1373388"/>
            <a:ext cx="1388533" cy="702935"/>
          </a:xfrm>
          <a:prstGeom prst="rect">
            <a:avLst/>
          </a:prstGeom>
          <a:noFill/>
          <a:ln>
            <a:noFill/>
          </a:ln>
        </p:spPr>
        <p:txBody>
          <a:bodyPr spcFirstLastPara="1" wrap="square" lIns="0" tIns="9525" rIns="0" bIns="0" anchor="t" anchorCtr="0">
            <a:noAutofit/>
          </a:bodyPr>
          <a:lstStyle/>
          <a:p>
            <a:pPr marL="0" marR="0" lvl="0" indent="0" algn="ctr" rtl="0">
              <a:lnSpc>
                <a:spcPct val="100000"/>
              </a:lnSpc>
              <a:spcBef>
                <a:spcPts val="0"/>
              </a:spcBef>
              <a:spcAft>
                <a:spcPts val="0"/>
              </a:spcAft>
              <a:buNone/>
            </a:pPr>
            <a:r>
              <a:rPr lang="es-ES" sz="1200" b="1" dirty="0" err="1" smtClean="0">
                <a:solidFill>
                  <a:schemeClr val="bg1">
                    <a:lumMod val="95000"/>
                  </a:schemeClr>
                </a:solidFill>
                <a:latin typeface="Roboto Slab Light"/>
                <a:ea typeface="Roboto Slab Light"/>
                <a:cs typeface="Roboto Slab Light"/>
                <a:sym typeface="Roboto Slab Light"/>
              </a:rPr>
              <a:t>Encryption</a:t>
            </a:r>
            <a:endParaRPr lang="es-ES" sz="1200" b="1" dirty="0">
              <a:solidFill>
                <a:schemeClr val="bg1">
                  <a:lumMod val="95000"/>
                </a:schemeClr>
              </a:solidFill>
              <a:latin typeface="Roboto Slab Light"/>
              <a:ea typeface="Roboto Slab Light"/>
              <a:cs typeface="Roboto Slab Light"/>
              <a:sym typeface="Roboto Slab Light"/>
            </a:endParaRPr>
          </a:p>
          <a:p>
            <a:pPr marL="0" marR="0" lvl="0" indent="0" algn="ctr" rtl="0">
              <a:lnSpc>
                <a:spcPct val="100000"/>
              </a:lnSpc>
              <a:spcBef>
                <a:spcPts val="0"/>
              </a:spcBef>
              <a:spcAft>
                <a:spcPts val="0"/>
              </a:spcAft>
              <a:buNone/>
            </a:pPr>
            <a:r>
              <a:rPr lang="es-ES" sz="1200" b="1" dirty="0" smtClean="0">
                <a:solidFill>
                  <a:schemeClr val="bg1">
                    <a:lumMod val="95000"/>
                  </a:schemeClr>
                </a:solidFill>
                <a:latin typeface="Roboto Slab Light"/>
                <a:ea typeface="Roboto Slab Light"/>
                <a:cs typeface="Roboto Slab Light"/>
                <a:sym typeface="Roboto Slab Light"/>
              </a:rPr>
              <a:t>&amp;</a:t>
            </a:r>
          </a:p>
          <a:p>
            <a:pPr marL="0" marR="0" lvl="0" indent="0" algn="ctr" rtl="0">
              <a:lnSpc>
                <a:spcPct val="100000"/>
              </a:lnSpc>
              <a:spcBef>
                <a:spcPts val="0"/>
              </a:spcBef>
              <a:spcAft>
                <a:spcPts val="0"/>
              </a:spcAft>
              <a:buNone/>
            </a:pPr>
            <a:r>
              <a:rPr lang="es-ES" sz="1200" b="1" dirty="0" err="1" smtClean="0">
                <a:solidFill>
                  <a:schemeClr val="bg1">
                    <a:lumMod val="95000"/>
                  </a:schemeClr>
                </a:solidFill>
                <a:latin typeface="Roboto Slab Light"/>
                <a:ea typeface="Roboto Slab Light"/>
                <a:cs typeface="Roboto Slab Light"/>
                <a:sym typeface="Roboto Slab Light"/>
              </a:rPr>
              <a:t>Decryption</a:t>
            </a:r>
            <a:endParaRPr sz="1200" b="1" dirty="0">
              <a:solidFill>
                <a:schemeClr val="bg1">
                  <a:lumMod val="95000"/>
                </a:schemeClr>
              </a:solidFill>
              <a:latin typeface="Roboto Slab Light"/>
              <a:ea typeface="Roboto Slab Light"/>
              <a:cs typeface="Roboto Slab Light"/>
              <a:sym typeface="Roboto Slab Light"/>
            </a:endParaRPr>
          </a:p>
        </p:txBody>
      </p:sp>
      <p:pic>
        <p:nvPicPr>
          <p:cNvPr id="18" name="Picture 17"/>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90000" l="10000" r="90000">
                        <a14:backgroundMark x1="19167" y1="18611" x2="19167" y2="18611"/>
                        <a14:backgroundMark x1="21667" y1="16111" x2="21667" y2="16111"/>
                        <a14:backgroundMark x1="21667" y1="49444" x2="21667" y2="49444"/>
                        <a14:backgroundMark x1="50556" y1="25000" x2="50556" y2="25000"/>
                        <a14:backgroundMark x1="50556" y1="33333" x2="50556" y2="33333"/>
                        <a14:backgroundMark x1="44722" y1="48056" x2="44722" y2="48056"/>
                        <a14:backgroundMark x1="52500" y1="46111" x2="52500" y2="46111"/>
                        <a14:backgroundMark x1="54167" y1="46111" x2="54167" y2="46111"/>
                        <a14:backgroundMark x1="61389" y1="46111" x2="61389" y2="46111"/>
                        <a14:backgroundMark x1="63333" y1="51111" x2="63333" y2="51111"/>
                        <a14:backgroundMark x1="54167" y1="25000" x2="54167" y2="25000"/>
                        <a14:backgroundMark x1="51111" y1="22500" x2="51111" y2="22500"/>
                        <a14:backgroundMark x1="47778" y1="32222" x2="47778" y2="32222"/>
                        <a14:backgroundMark x1="38889" y1="49444" x2="38889" y2="49444"/>
                        <a14:backgroundMark x1="56944" y1="39722" x2="56944" y2="39722"/>
                        <a14:backgroundMark x1="44722" y1="44722" x2="44722" y2="44722"/>
                        <a14:backgroundMark x1="44167" y1="40278" x2="44167" y2="40278"/>
                        <a14:backgroundMark x1="43333" y1="39722" x2="43333" y2="39722"/>
                        <a14:backgroundMark x1="50556" y1="34722" x2="50556" y2="34722"/>
                        <a14:backgroundMark x1="49444" y1="35833" x2="49444" y2="35833"/>
                      </a14:backgroundRemoval>
                    </a14:imgEffect>
                  </a14:imgLayer>
                </a14:imgProps>
              </a:ext>
              <a:ext uri="{28A0092B-C50C-407E-A947-70E740481C1C}">
                <a14:useLocalDpi xmlns:a14="http://schemas.microsoft.com/office/drawing/2010/main" val="0"/>
              </a:ext>
            </a:extLst>
          </a:blip>
          <a:srcRect/>
          <a:stretch>
            <a:fillRect/>
          </a:stretch>
        </p:blipFill>
        <p:spPr bwMode="auto">
          <a:xfrm>
            <a:off x="2516336" y="1373389"/>
            <a:ext cx="919364" cy="88377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19"/>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10000" b="90000" l="10000" r="90000">
                        <a14:backgroundMark x1="37000" y1="63889" x2="37000" y2="63889"/>
                        <a14:backgroundMark x1="47688" y1="52667" x2="47688" y2="52667"/>
                        <a14:backgroundMark x1="67875" y1="72111" x2="67875" y2="72111"/>
                        <a14:backgroundMark x1="64125" y1="44444" x2="64125" y2="44444"/>
                        <a14:backgroundMark x1="65000" y1="56778" x2="65000" y2="56778"/>
                      </a14:backgroundRemoval>
                    </a14:imgEffect>
                  </a14:imgLayer>
                </a14:imgProps>
              </a:ext>
              <a:ext uri="{28A0092B-C50C-407E-A947-70E740481C1C}">
                <a14:useLocalDpi xmlns:a14="http://schemas.microsoft.com/office/drawing/2010/main" val="0"/>
              </a:ext>
            </a:extLst>
          </a:blip>
          <a:srcRect/>
          <a:stretch>
            <a:fillRect/>
          </a:stretch>
        </p:blipFill>
        <p:spPr bwMode="auto">
          <a:xfrm>
            <a:off x="3524093" y="1285761"/>
            <a:ext cx="1535516" cy="863728"/>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5"/>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10000" b="90000" l="10000" r="90000">
                        <a14:backgroundMark x1="61111" y1="76471" x2="61111" y2="76471"/>
                        <a14:backgroundMark x1="66667" y1="83922" x2="66667" y2="83922"/>
                        <a14:backgroundMark x1="64216" y1="78627" x2="64216" y2="78627"/>
                        <a14:backgroundMark x1="53268" y1="74118" x2="53268" y2="74118"/>
                        <a14:backgroundMark x1="54575" y1="15882" x2="54575" y2="15882"/>
                        <a14:backgroundMark x1="19444" y1="29804" x2="19444" y2="29804"/>
                        <a14:backgroundMark x1="28922" y1="41765" x2="28922" y2="41765"/>
                        <a14:backgroundMark x1="33333" y1="32549" x2="33333" y2="32549"/>
                        <a14:backgroundMark x1="51797" y1="27255" x2="51797" y2="27255"/>
                        <a14:backgroundMark x1="58333" y1="42941" x2="58333" y2="42941"/>
                        <a14:backgroundMark x1="53922" y1="46275" x2="53922" y2="46275"/>
                        <a14:backgroundMark x1="61438" y1="47843" x2="61438" y2="47843"/>
                        <a14:backgroundMark x1="59477" y1="36667" x2="59477" y2="36667"/>
                        <a14:backgroundMark x1="41667" y1="25686" x2="41667" y2="25686"/>
                        <a14:backgroundMark x1="45425" y1="22353" x2="45425" y2="22353"/>
                        <a14:backgroundMark x1="35458" y1="30980" x2="35458" y2="30980"/>
                        <a14:backgroundMark x1="34150" y1="60980" x2="34150" y2="60980"/>
                        <a14:backgroundMark x1="38889" y1="63922" x2="38889" y2="63922"/>
                        <a14:backgroundMark x1="47712" y1="64706" x2="47712" y2="64706"/>
                        <a14:backgroundMark x1="39869" y1="47059" x2="39869" y2="47059"/>
                        <a14:backgroundMark x1="45425" y1="62549" x2="45425" y2="62549"/>
                        <a14:backgroundMark x1="41013" y1="40784" x2="41013" y2="40784"/>
                        <a14:backgroundMark x1="40523" y1="35098" x2="40523" y2="35098"/>
                        <a14:backgroundMark x1="47386" y1="38039" x2="47386" y2="38039"/>
                        <a14:backgroundMark x1="45425" y1="47451" x2="45425" y2="47451"/>
                        <a14:backgroundMark x1="43301" y1="56863" x2="43301" y2="56863"/>
                        <a14:backgroundMark x1="42320" y1="53922" x2="42320" y2="53922"/>
                        <a14:backgroundMark x1="50163" y1="42549" x2="50163" y2="42549"/>
                        <a14:backgroundMark x1="22876" y1="48235" x2="22876" y2="48235"/>
                        <a14:backgroundMark x1="21078" y1="40784" x2="21078" y2="40784"/>
                        <a14:backgroundMark x1="22386" y1="34706" x2="22386" y2="34706"/>
                        <a14:backgroundMark x1="56699" y1="73725" x2="56699" y2="73725"/>
                        <a14:backgroundMark x1="50163" y1="49020" x2="50163" y2="49020"/>
                        <a14:backgroundMark x1="64216" y1="54902" x2="64216" y2="54902"/>
                        <a14:backgroundMark x1="68301" y1="57255" x2="68301" y2="57255"/>
                        <a14:backgroundMark x1="59477" y1="62157" x2="59477" y2="62157"/>
                        <a14:backgroundMark x1="53595" y1="61373" x2="53595" y2="61373"/>
                        <a14:backgroundMark x1="53595" y1="55686" x2="53595" y2="55686"/>
                        <a14:backgroundMark x1="59804" y1="54314" x2="59804" y2="54314"/>
                        <a14:backgroundMark x1="63889" y1="68431" x2="63889" y2="68431"/>
                        <a14:backgroundMark x1="68301" y1="73725" x2="68301" y2="73725"/>
                        <a14:backgroundMark x1="72059" y1="78627" x2="72059" y2="78627"/>
                        <a14:backgroundMark x1="75817" y1="78235" x2="75817" y2="78235"/>
                        <a14:backgroundMark x1="25490" y1="59804" x2="25490" y2="59804"/>
                        <a14:backgroundMark x1="52288" y1="67451" x2="52288" y2="67451"/>
                        <a14:backgroundMark x1="52288" y1="69608" x2="52288" y2="69608"/>
                        <a14:backgroundMark x1="46405" y1="70000" x2="46405" y2="70000"/>
                        <a14:backgroundMark x1="42647" y1="71569" x2="42647" y2="71569"/>
                        <a14:backgroundMark x1="22876" y1="52353" x2="22876" y2="52353"/>
                        <a14:backgroundMark x1="22059" y1="39608" x2="22059" y2="39608"/>
                        <a14:backgroundMark x1="25163" y1="29020" x2="25163" y2="29020"/>
                        <a14:backgroundMark x1="30065" y1="24118" x2="30065" y2="24118"/>
                        <a14:backgroundMark x1="35458" y1="20000" x2="35458" y2="20000"/>
                        <a14:backgroundMark x1="64542" y1="49804" x2="64542" y2="49804"/>
                        <a14:backgroundMark x1="65850" y1="50196" x2="65850" y2="50196"/>
                        <a14:backgroundMark x1="65850" y1="43725" x2="65850" y2="43725"/>
                        <a14:backgroundMark x1="65196" y1="38824" x2="65196" y2="38824"/>
                        <a14:backgroundMark x1="64869" y1="34706" x2="64869" y2="34706"/>
                        <a14:backgroundMark x1="62092" y1="30588" x2="62092" y2="30588"/>
                        <a14:backgroundMark x1="58987" y1="25686" x2="58987" y2="25686"/>
                        <a14:backgroundMark x1="55229" y1="21961" x2="55229" y2="21961"/>
                        <a14:backgroundMark x1="51471" y1="18627" x2="51471" y2="18627"/>
                        <a14:backgroundMark x1="45098" y1="17451" x2="45098" y2="17451"/>
                        <a14:backgroundMark x1="52614" y1="67451" x2="52614" y2="67451"/>
                        <a14:backgroundMark x1="73039" y1="55686" x2="73039" y2="55686"/>
                        <a14:backgroundMark x1="56699" y1="75294" x2="56699" y2="75294"/>
                        <a14:backgroundMark x1="49183" y1="47059" x2="49183" y2="47059"/>
                      </a14:backgroundRemoval>
                    </a14:imgEffect>
                  </a14:imgLayer>
                </a14:imgProps>
              </a:ext>
              <a:ext uri="{28A0092B-C50C-407E-A947-70E740481C1C}">
                <a14:useLocalDpi xmlns:a14="http://schemas.microsoft.com/office/drawing/2010/main" val="0"/>
              </a:ext>
            </a:extLst>
          </a:blip>
          <a:srcRect/>
          <a:stretch>
            <a:fillRect/>
          </a:stretch>
        </p:blipFill>
        <p:spPr bwMode="auto">
          <a:xfrm>
            <a:off x="2538224" y="3200821"/>
            <a:ext cx="919364" cy="766137"/>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6"/>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10000" b="90000" l="10000" r="90000">
                        <a14:backgroundMark x1="33692" y1="56077" x2="33692" y2="56077"/>
                        <a14:backgroundMark x1="43000" y1="56385" x2="43000" y2="56385"/>
                        <a14:backgroundMark x1="42462" y1="53462" x2="42462" y2="53462"/>
                        <a14:backgroundMark x1="41000" y1="52615" x2="41000" y2="52615"/>
                        <a14:backgroundMark x1="43615" y1="51769" x2="43615" y2="51769"/>
                        <a14:backgroundMark x1="21231" y1="50615" x2="21231" y2="50615"/>
                        <a14:backgroundMark x1="27308" y1="41538" x2="27308" y2="41538"/>
                        <a14:backgroundMark x1="27308" y1="38077" x2="27308" y2="38077"/>
                        <a14:backgroundMark x1="25538" y1="35154" x2="25538" y2="35154"/>
                        <a14:backgroundMark x1="32231" y1="28154" x2="32231" y2="28154"/>
                        <a14:backgroundMark x1="68923" y1="30538" x2="68923" y2="30538"/>
                        <a14:backgroundMark x1="69231" y1="32846" x2="69231" y2="32846"/>
                        <a14:backgroundMark x1="70077" y1="37462" x2="70077" y2="37462"/>
                        <a14:backgroundMark x1="71846" y1="42154" x2="71846" y2="42154"/>
                        <a14:backgroundMark x1="74154" y1="45615" x2="74154" y2="45615"/>
                        <a14:backgroundMark x1="72077" y1="47692" x2="72077" y2="47692"/>
                        <a14:backgroundMark x1="50308" y1="45615" x2="50308" y2="45615"/>
                        <a14:backgroundMark x1="57846" y1="46231" x2="57846" y2="46231"/>
                        <a14:backgroundMark x1="59615" y1="37231" x2="59615" y2="37231"/>
                        <a14:backgroundMark x1="51769" y1="36615" x2="51769" y2="36615"/>
                        <a14:backgroundMark x1="44769" y1="37769" x2="44769" y2="37769"/>
                        <a14:backgroundMark x1="41308" y1="40385" x2="40385" y2="41308"/>
                        <a14:backgroundMark x1="39231" y1="43615" x2="39231" y2="43615"/>
                        <a14:backgroundMark x1="59615" y1="41846" x2="59615" y2="41846"/>
                        <a14:backgroundMark x1="61077" y1="35769" x2="61077" y2="35769"/>
                        <a14:backgroundMark x1="51769" y1="33692" x2="51769" y2="33692"/>
                        <a14:backgroundMark x1="36923" y1="31692" x2="36923" y2="31692"/>
                        <a14:backgroundMark x1="58462" y1="32231" x2="58462" y2="32231"/>
                        <a14:backgroundMark x1="62231" y1="32231" x2="62231" y2="32231"/>
                        <a14:backgroundMark x1="63385" y1="42692" x2="63385" y2="42692"/>
                        <a14:backgroundMark x1="61077" y1="47385" x2="61077" y2="47385"/>
                        <a14:backgroundMark x1="41846" y1="47385" x2="41846" y2="47385"/>
                        <a14:backgroundMark x1="41308" y1="31923" x2="41308" y2="31923"/>
                        <a14:backgroundMark x1="36615" y1="37462" x2="36615" y2="37462"/>
                        <a14:backgroundMark x1="36923" y1="47385" x2="36923" y2="47385"/>
                        <a14:backgroundMark x1="58154" y1="52308" x2="58154" y2="52308"/>
                      </a14:backgroundRemoval>
                    </a14:imgEffect>
                  </a14:imgLayer>
                </a14:imgProps>
              </a:ext>
              <a:ext uri="{28A0092B-C50C-407E-A947-70E740481C1C}">
                <a14:useLocalDpi xmlns:a14="http://schemas.microsoft.com/office/drawing/2010/main" val="0"/>
              </a:ext>
            </a:extLst>
          </a:blip>
          <a:srcRect/>
          <a:stretch>
            <a:fillRect/>
          </a:stretch>
        </p:blipFill>
        <p:spPr bwMode="auto">
          <a:xfrm>
            <a:off x="4087256" y="3137518"/>
            <a:ext cx="1088564" cy="1088565"/>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le 5"/>
          <p:cNvSpPr>
            <a:spLocks noGrp="1"/>
          </p:cNvSpPr>
          <p:nvPr>
            <p:ph type="ctrTitle"/>
          </p:nvPr>
        </p:nvSpPr>
        <p:spPr>
          <a:xfrm flipH="1">
            <a:off x="3175676" y="-294724"/>
            <a:ext cx="1506933" cy="1674405"/>
          </a:xfrm>
        </p:spPr>
        <p:txBody>
          <a:bodyPr/>
          <a:lstStyle/>
          <a:p>
            <a:r>
              <a:rPr lang="en-US" sz="4800" dirty="0" smtClean="0"/>
              <a:t>SCOPE</a:t>
            </a:r>
            <a:endParaRPr lang="en-US" sz="4800" dirty="0"/>
          </a:p>
        </p:txBody>
      </p:sp>
    </p:spTree>
    <p:extLst>
      <p:ext uri="{BB962C8B-B14F-4D97-AF65-F5344CB8AC3E}">
        <p14:creationId xmlns:p14="http://schemas.microsoft.com/office/powerpoint/2010/main" val="2827131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1000"/>
                                        <p:tgtEl>
                                          <p:spTgt spid="6"/>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1537"/>
                                        </p:tgtEl>
                                        <p:attrNameLst>
                                          <p:attrName>style.visibility</p:attrName>
                                        </p:attrNameLst>
                                      </p:cBhvr>
                                      <p:to>
                                        <p:strVal val="visible"/>
                                      </p:to>
                                    </p:set>
                                    <p:animEffect transition="in" filter="fade">
                                      <p:cBhvr>
                                        <p:cTn id="15" dur="500"/>
                                        <p:tgtEl>
                                          <p:spTgt spid="1537"/>
                                        </p:tgtEl>
                                      </p:cBhvr>
                                    </p:animEffect>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1550"/>
                                        </p:tgtEl>
                                        <p:attrNameLst>
                                          <p:attrName>style.visibility</p:attrName>
                                        </p:attrNameLst>
                                      </p:cBhvr>
                                      <p:to>
                                        <p:strVal val="visible"/>
                                      </p:to>
                                    </p:set>
                                    <p:animEffect transition="in" filter="fade">
                                      <p:cBhvr>
                                        <p:cTn id="23" dur="500"/>
                                        <p:tgtEl>
                                          <p:spTgt spid="1550"/>
                                        </p:tgtEl>
                                      </p:cBhvr>
                                    </p:animEffect>
                                  </p:childTnLst>
                                </p:cTn>
                              </p:par>
                            </p:childTnLst>
                          </p:cTn>
                        </p:par>
                        <p:par>
                          <p:cTn id="24" fill="hold">
                            <p:stCondLst>
                              <p:cond delay="3000"/>
                            </p:stCondLst>
                            <p:childTnLst>
                              <p:par>
                                <p:cTn id="25" presetID="22" presetClass="entr" presetSubtype="4"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childTnLst>
                          </p:cTn>
                        </p:par>
                        <p:par>
                          <p:cTn id="28" fill="hold">
                            <p:stCondLst>
                              <p:cond delay="3500"/>
                            </p:stCondLst>
                            <p:childTnLst>
                              <p:par>
                                <p:cTn id="29" presetID="10" presetClass="entr" presetSubtype="0" fill="hold" grpId="0" nodeType="afterEffect">
                                  <p:stCondLst>
                                    <p:cond delay="0"/>
                                  </p:stCondLst>
                                  <p:childTnLst>
                                    <p:set>
                                      <p:cBhvr>
                                        <p:cTn id="30" dur="1" fill="hold">
                                          <p:stCondLst>
                                            <p:cond delay="0"/>
                                          </p:stCondLst>
                                        </p:cTn>
                                        <p:tgtEl>
                                          <p:spTgt spid="1539"/>
                                        </p:tgtEl>
                                        <p:attrNameLst>
                                          <p:attrName>style.visibility</p:attrName>
                                        </p:attrNameLst>
                                      </p:cBhvr>
                                      <p:to>
                                        <p:strVal val="visible"/>
                                      </p:to>
                                    </p:set>
                                    <p:animEffect transition="in" filter="fade">
                                      <p:cBhvr>
                                        <p:cTn id="31" dur="500"/>
                                        <p:tgtEl>
                                          <p:spTgt spid="1539"/>
                                        </p:tgtEl>
                                      </p:cBhvr>
                                    </p:animEffect>
                                  </p:childTnLst>
                                </p:cTn>
                              </p:par>
                            </p:childTnLst>
                          </p:cTn>
                        </p:par>
                        <p:par>
                          <p:cTn id="32" fill="hold">
                            <p:stCondLst>
                              <p:cond delay="4000"/>
                            </p:stCondLst>
                            <p:childTnLst>
                              <p:par>
                                <p:cTn id="33" presetID="22" presetClass="entr" presetSubtype="4"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down)">
                                      <p:cBhvr>
                                        <p:cTn id="35" dur="500"/>
                                        <p:tgtEl>
                                          <p:spTgt spid="24"/>
                                        </p:tgtEl>
                                      </p:cBhvr>
                                    </p:animEffect>
                                  </p:childTnLst>
                                </p:cTn>
                              </p:par>
                            </p:childTnLst>
                          </p:cTn>
                        </p:par>
                        <p:par>
                          <p:cTn id="36" fill="hold">
                            <p:stCondLst>
                              <p:cond delay="4500"/>
                            </p:stCondLst>
                            <p:childTnLst>
                              <p:par>
                                <p:cTn id="37" presetID="10" presetClass="entr" presetSubtype="0" fill="hold" grpId="0" nodeType="afterEffect">
                                  <p:stCondLst>
                                    <p:cond delay="0"/>
                                  </p:stCondLst>
                                  <p:childTnLst>
                                    <p:set>
                                      <p:cBhvr>
                                        <p:cTn id="38" dur="1" fill="hold">
                                          <p:stCondLst>
                                            <p:cond delay="0"/>
                                          </p:stCondLst>
                                        </p:cTn>
                                        <p:tgtEl>
                                          <p:spTgt spid="1538"/>
                                        </p:tgtEl>
                                        <p:attrNameLst>
                                          <p:attrName>style.visibility</p:attrName>
                                        </p:attrNameLst>
                                      </p:cBhvr>
                                      <p:to>
                                        <p:strVal val="visible"/>
                                      </p:to>
                                    </p:set>
                                    <p:animEffect transition="in" filter="fade">
                                      <p:cBhvr>
                                        <p:cTn id="39" dur="500"/>
                                        <p:tgtEl>
                                          <p:spTgt spid="1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 grpId="0"/>
      <p:bldP spid="1538" grpId="0"/>
      <p:bldP spid="1539" grpId="0"/>
      <p:bldP spid="1550"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7"/>
          <p:cNvSpPr txBox="1">
            <a:spLocks noGrp="1"/>
          </p:cNvSpPr>
          <p:nvPr>
            <p:ph type="ctrTitle"/>
          </p:nvPr>
        </p:nvSpPr>
        <p:spPr>
          <a:xfrm flipH="1">
            <a:off x="5544374" y="792184"/>
            <a:ext cx="2308500" cy="34839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Nunito Sans Black"/>
              <a:buNone/>
            </a:pPr>
            <a:r>
              <a:rPr lang="es-ES" sz="3600" dirty="0" smtClean="0"/>
              <a:t>WORK</a:t>
            </a:r>
            <a:br>
              <a:rPr lang="es-ES" sz="3600" dirty="0" smtClean="0"/>
            </a:br>
            <a:r>
              <a:rPr lang="es-ES" sz="3600" dirty="0" smtClean="0"/>
              <a:t>BREAKDOWN STRUCTURE</a:t>
            </a:r>
            <a:endParaRPr sz="3600" dirty="0"/>
          </a:p>
        </p:txBody>
      </p:sp>
      <p:sp>
        <p:nvSpPr>
          <p:cNvPr id="478" name="Google Shape;478;p47"/>
          <p:cNvSpPr txBox="1">
            <a:spLocks noGrp="1"/>
          </p:cNvSpPr>
          <p:nvPr>
            <p:ph type="subTitle" idx="4294967295"/>
          </p:nvPr>
        </p:nvSpPr>
        <p:spPr>
          <a:xfrm>
            <a:off x="868705" y="796647"/>
            <a:ext cx="1631092" cy="795312"/>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n-IN" sz="1400" b="1" dirty="0" smtClean="0">
                <a:solidFill>
                  <a:srgbClr val="FFFFFF"/>
                </a:solidFill>
              </a:rPr>
              <a:t>Project Planning &amp; Requirement Gathering</a:t>
            </a:r>
            <a:endParaRPr sz="1400" b="1" dirty="0">
              <a:solidFill>
                <a:srgbClr val="FFFFFF"/>
              </a:solidFill>
            </a:endParaRPr>
          </a:p>
        </p:txBody>
      </p:sp>
      <p:sp>
        <p:nvSpPr>
          <p:cNvPr id="479" name="Google Shape;479;p47"/>
          <p:cNvSpPr txBox="1">
            <a:spLocks noGrp="1"/>
          </p:cNvSpPr>
          <p:nvPr>
            <p:ph type="subTitle" idx="4294967295"/>
          </p:nvPr>
        </p:nvSpPr>
        <p:spPr>
          <a:xfrm>
            <a:off x="3678472" y="904203"/>
            <a:ext cx="1504800" cy="580200"/>
          </a:xfrm>
          <a:prstGeom prst="rect">
            <a:avLst/>
          </a:prstGeom>
        </p:spPr>
        <p:txBody>
          <a:bodyPr spcFirstLastPara="1" wrap="square" lIns="68575" tIns="34275" rIns="68575" bIns="34275" anchor="t" anchorCtr="0">
            <a:noAutofit/>
          </a:bodyPr>
          <a:lstStyle/>
          <a:p>
            <a:pPr marL="0" lvl="0" indent="0" algn="ctr">
              <a:buNone/>
            </a:pPr>
            <a:r>
              <a:rPr lang="en-IN" sz="1400" b="1" dirty="0">
                <a:solidFill>
                  <a:srgbClr val="FFFFFF"/>
                </a:solidFill>
              </a:rPr>
              <a:t>Research &amp; </a:t>
            </a:r>
            <a:r>
              <a:rPr lang="en-IN" sz="1400" b="1" dirty="0" smtClean="0">
                <a:solidFill>
                  <a:srgbClr val="FFFFFF"/>
                </a:solidFill>
              </a:rPr>
              <a:t>Evaluation</a:t>
            </a:r>
            <a:endParaRPr sz="1400" b="1" dirty="0">
              <a:solidFill>
                <a:srgbClr val="FFFFFF"/>
              </a:solidFill>
            </a:endParaRPr>
          </a:p>
        </p:txBody>
      </p:sp>
      <p:sp>
        <p:nvSpPr>
          <p:cNvPr id="480" name="Google Shape;480;p47"/>
          <p:cNvSpPr txBox="1">
            <a:spLocks noGrp="1"/>
          </p:cNvSpPr>
          <p:nvPr>
            <p:ph type="subTitle" idx="4294967295"/>
          </p:nvPr>
        </p:nvSpPr>
        <p:spPr>
          <a:xfrm>
            <a:off x="908698" y="2384109"/>
            <a:ext cx="1417500" cy="558900"/>
          </a:xfrm>
          <a:prstGeom prst="rect">
            <a:avLst/>
          </a:prstGeom>
        </p:spPr>
        <p:txBody>
          <a:bodyPr spcFirstLastPara="1" wrap="square" lIns="68575" tIns="34275" rIns="68575" bIns="34275" anchor="t" anchorCtr="0">
            <a:noAutofit/>
          </a:bodyPr>
          <a:lstStyle/>
          <a:p>
            <a:pPr marL="0" lvl="0" indent="0" algn="ctr">
              <a:buNone/>
            </a:pPr>
            <a:r>
              <a:rPr lang="en-IN" sz="1400" b="1" dirty="0">
                <a:solidFill>
                  <a:srgbClr val="FFFFFF"/>
                </a:solidFill>
              </a:rPr>
              <a:t>Design &amp;  </a:t>
            </a:r>
            <a:r>
              <a:rPr lang="en-IN" sz="1400" b="1" dirty="0" smtClean="0">
                <a:solidFill>
                  <a:srgbClr val="FFFFFF"/>
                </a:solidFill>
              </a:rPr>
              <a:t>Development</a:t>
            </a:r>
            <a:endParaRPr sz="1400" b="1" dirty="0">
              <a:solidFill>
                <a:srgbClr val="FFFFFF"/>
              </a:solidFill>
            </a:endParaRPr>
          </a:p>
        </p:txBody>
      </p:sp>
      <p:sp>
        <p:nvSpPr>
          <p:cNvPr id="481" name="Google Shape;481;p47"/>
          <p:cNvSpPr txBox="1">
            <a:spLocks noGrp="1"/>
          </p:cNvSpPr>
          <p:nvPr>
            <p:ph type="subTitle" idx="4294967295"/>
          </p:nvPr>
        </p:nvSpPr>
        <p:spPr>
          <a:xfrm>
            <a:off x="3678472" y="2489943"/>
            <a:ext cx="1569739" cy="558900"/>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n-IN" sz="1400" b="1" dirty="0" smtClean="0">
                <a:solidFill>
                  <a:srgbClr val="FFFFFF"/>
                </a:solidFill>
              </a:rPr>
              <a:t>Implementation &amp; Testing</a:t>
            </a:r>
            <a:endParaRPr sz="1400" b="1" dirty="0">
              <a:solidFill>
                <a:srgbClr val="FFFFFF"/>
              </a:solidFill>
            </a:endParaRPr>
          </a:p>
        </p:txBody>
      </p:sp>
      <p:grpSp>
        <p:nvGrpSpPr>
          <p:cNvPr id="483" name="Google Shape;483;p47"/>
          <p:cNvGrpSpPr/>
          <p:nvPr/>
        </p:nvGrpSpPr>
        <p:grpSpPr>
          <a:xfrm>
            <a:off x="492078" y="350454"/>
            <a:ext cx="2007719" cy="1286829"/>
            <a:chOff x="909206" y="933413"/>
            <a:chExt cx="2007719" cy="1286829"/>
          </a:xfrm>
        </p:grpSpPr>
        <p:sp>
          <p:nvSpPr>
            <p:cNvPr id="484" name="Google Shape;484;p47"/>
            <p:cNvSpPr/>
            <p:nvPr/>
          </p:nvSpPr>
          <p:spPr>
            <a:xfrm flipH="1">
              <a:off x="909206" y="1334284"/>
              <a:ext cx="359923" cy="885957"/>
            </a:xfrm>
            <a:custGeom>
              <a:avLst/>
              <a:gdLst/>
              <a:ahLst/>
              <a:cxnLst/>
              <a:rect l="l" t="t" r="r" b="b"/>
              <a:pathLst>
                <a:path w="9486" h="23350" extrusionOk="0">
                  <a:moveTo>
                    <a:pt x="0" y="1"/>
                  </a:moveTo>
                  <a:lnTo>
                    <a:pt x="0" y="23349"/>
                  </a:lnTo>
                  <a:lnTo>
                    <a:pt x="9485" y="23349"/>
                  </a:lnTo>
                  <a:lnTo>
                    <a:pt x="9485" y="1"/>
                  </a:lnTo>
                  <a:close/>
                </a:path>
              </a:pathLst>
            </a:custGeom>
            <a:solidFill>
              <a:srgbClr val="FFFFFF">
                <a:alpha val="48460"/>
              </a:srgbClr>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7"/>
            <p:cNvSpPr/>
            <p:nvPr/>
          </p:nvSpPr>
          <p:spPr>
            <a:xfrm flipH="1">
              <a:off x="909236" y="933413"/>
              <a:ext cx="2007689" cy="400900"/>
            </a:xfrm>
            <a:custGeom>
              <a:avLst/>
              <a:gdLst/>
              <a:ahLst/>
              <a:cxnLst/>
              <a:rect l="l" t="t" r="r" b="b"/>
              <a:pathLst>
                <a:path w="52914" h="10566" extrusionOk="0">
                  <a:moveTo>
                    <a:pt x="5487" y="1"/>
                  </a:moveTo>
                  <a:cubicBezTo>
                    <a:pt x="2569" y="1"/>
                    <a:pt x="1" y="2540"/>
                    <a:pt x="1" y="5459"/>
                  </a:cubicBezTo>
                  <a:cubicBezTo>
                    <a:pt x="1" y="8377"/>
                    <a:pt x="2569" y="10566"/>
                    <a:pt x="5487" y="10566"/>
                  </a:cubicBezTo>
                  <a:lnTo>
                    <a:pt x="52913" y="10566"/>
                  </a:lnTo>
                  <a:lnTo>
                    <a:pt x="42319" y="1"/>
                  </a:lnTo>
                  <a:close/>
                </a:path>
              </a:pathLst>
            </a:cu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 name="Google Shape;490;p47"/>
          <p:cNvGrpSpPr/>
          <p:nvPr/>
        </p:nvGrpSpPr>
        <p:grpSpPr>
          <a:xfrm>
            <a:off x="3260695" y="1983209"/>
            <a:ext cx="2007719" cy="1286829"/>
            <a:chOff x="3695031" y="2923238"/>
            <a:chExt cx="2007719" cy="1286829"/>
          </a:xfrm>
        </p:grpSpPr>
        <p:sp>
          <p:nvSpPr>
            <p:cNvPr id="491" name="Google Shape;491;p47"/>
            <p:cNvSpPr/>
            <p:nvPr/>
          </p:nvSpPr>
          <p:spPr>
            <a:xfrm flipH="1">
              <a:off x="3695031" y="3324109"/>
              <a:ext cx="359923" cy="885957"/>
            </a:xfrm>
            <a:custGeom>
              <a:avLst/>
              <a:gdLst/>
              <a:ahLst/>
              <a:cxnLst/>
              <a:rect l="l" t="t" r="r" b="b"/>
              <a:pathLst>
                <a:path w="9486" h="23350" extrusionOk="0">
                  <a:moveTo>
                    <a:pt x="0" y="1"/>
                  </a:moveTo>
                  <a:lnTo>
                    <a:pt x="0" y="23349"/>
                  </a:lnTo>
                  <a:lnTo>
                    <a:pt x="9485" y="23349"/>
                  </a:lnTo>
                  <a:lnTo>
                    <a:pt x="9485" y="1"/>
                  </a:lnTo>
                  <a:close/>
                </a:path>
              </a:pathLst>
            </a:custGeom>
            <a:solidFill>
              <a:srgbClr val="FFFFFF">
                <a:alpha val="48460"/>
              </a:srgbClr>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7"/>
            <p:cNvSpPr/>
            <p:nvPr/>
          </p:nvSpPr>
          <p:spPr>
            <a:xfrm flipH="1">
              <a:off x="3695061" y="2923238"/>
              <a:ext cx="2007689" cy="400900"/>
            </a:xfrm>
            <a:custGeom>
              <a:avLst/>
              <a:gdLst/>
              <a:ahLst/>
              <a:cxnLst/>
              <a:rect l="l" t="t" r="r" b="b"/>
              <a:pathLst>
                <a:path w="52914" h="10566" extrusionOk="0">
                  <a:moveTo>
                    <a:pt x="5487" y="1"/>
                  </a:moveTo>
                  <a:cubicBezTo>
                    <a:pt x="2569" y="1"/>
                    <a:pt x="1" y="2540"/>
                    <a:pt x="1" y="5459"/>
                  </a:cubicBezTo>
                  <a:cubicBezTo>
                    <a:pt x="1" y="8377"/>
                    <a:pt x="2569" y="10566"/>
                    <a:pt x="5487" y="10566"/>
                  </a:cubicBezTo>
                  <a:lnTo>
                    <a:pt x="52913" y="10566"/>
                  </a:lnTo>
                  <a:lnTo>
                    <a:pt x="42319" y="1"/>
                  </a:lnTo>
                  <a:close/>
                </a:path>
              </a:pathLst>
            </a:cu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47"/>
          <p:cNvGrpSpPr/>
          <p:nvPr/>
        </p:nvGrpSpPr>
        <p:grpSpPr>
          <a:xfrm>
            <a:off x="3318549" y="350454"/>
            <a:ext cx="2007719" cy="1286829"/>
            <a:chOff x="3695031" y="933413"/>
            <a:chExt cx="2007719" cy="1286829"/>
          </a:xfrm>
        </p:grpSpPr>
        <p:sp>
          <p:nvSpPr>
            <p:cNvPr id="498" name="Google Shape;498;p47"/>
            <p:cNvSpPr/>
            <p:nvPr/>
          </p:nvSpPr>
          <p:spPr>
            <a:xfrm flipH="1">
              <a:off x="3695031" y="1334284"/>
              <a:ext cx="359923" cy="885957"/>
            </a:xfrm>
            <a:custGeom>
              <a:avLst/>
              <a:gdLst/>
              <a:ahLst/>
              <a:cxnLst/>
              <a:rect l="l" t="t" r="r" b="b"/>
              <a:pathLst>
                <a:path w="9486" h="23350" extrusionOk="0">
                  <a:moveTo>
                    <a:pt x="0" y="1"/>
                  </a:moveTo>
                  <a:lnTo>
                    <a:pt x="0" y="23349"/>
                  </a:lnTo>
                  <a:lnTo>
                    <a:pt x="9485" y="23349"/>
                  </a:lnTo>
                  <a:lnTo>
                    <a:pt x="9485" y="1"/>
                  </a:lnTo>
                  <a:close/>
                </a:path>
              </a:pathLst>
            </a:custGeom>
            <a:solidFill>
              <a:srgbClr val="FFFFFF">
                <a:alpha val="48460"/>
              </a:srgbClr>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7"/>
            <p:cNvSpPr/>
            <p:nvPr/>
          </p:nvSpPr>
          <p:spPr>
            <a:xfrm flipH="1">
              <a:off x="3695061" y="933413"/>
              <a:ext cx="2007689" cy="400900"/>
            </a:xfrm>
            <a:custGeom>
              <a:avLst/>
              <a:gdLst/>
              <a:ahLst/>
              <a:cxnLst/>
              <a:rect l="l" t="t" r="r" b="b"/>
              <a:pathLst>
                <a:path w="52914" h="10566" extrusionOk="0">
                  <a:moveTo>
                    <a:pt x="5487" y="1"/>
                  </a:moveTo>
                  <a:cubicBezTo>
                    <a:pt x="2569" y="1"/>
                    <a:pt x="1" y="2540"/>
                    <a:pt x="1" y="5459"/>
                  </a:cubicBezTo>
                  <a:cubicBezTo>
                    <a:pt x="1" y="8377"/>
                    <a:pt x="2569" y="10566"/>
                    <a:pt x="5487" y="10566"/>
                  </a:cubicBezTo>
                  <a:lnTo>
                    <a:pt x="52913" y="10566"/>
                  </a:lnTo>
                  <a:lnTo>
                    <a:pt x="42319" y="1"/>
                  </a:lnTo>
                  <a:close/>
                </a:path>
              </a:pathLst>
            </a:cu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 name="Google Shape;505;p47"/>
          <p:cNvGrpSpPr/>
          <p:nvPr/>
        </p:nvGrpSpPr>
        <p:grpSpPr>
          <a:xfrm>
            <a:off x="472296" y="1863136"/>
            <a:ext cx="2007719" cy="1286829"/>
            <a:chOff x="909206" y="2923238"/>
            <a:chExt cx="2007719" cy="1286829"/>
          </a:xfrm>
        </p:grpSpPr>
        <p:sp>
          <p:nvSpPr>
            <p:cNvPr id="506" name="Google Shape;506;p47"/>
            <p:cNvSpPr/>
            <p:nvPr/>
          </p:nvSpPr>
          <p:spPr>
            <a:xfrm flipH="1">
              <a:off x="909206" y="3324109"/>
              <a:ext cx="359923" cy="885957"/>
            </a:xfrm>
            <a:custGeom>
              <a:avLst/>
              <a:gdLst/>
              <a:ahLst/>
              <a:cxnLst/>
              <a:rect l="l" t="t" r="r" b="b"/>
              <a:pathLst>
                <a:path w="9486" h="23350" extrusionOk="0">
                  <a:moveTo>
                    <a:pt x="0" y="1"/>
                  </a:moveTo>
                  <a:lnTo>
                    <a:pt x="0" y="23349"/>
                  </a:lnTo>
                  <a:lnTo>
                    <a:pt x="9485" y="23349"/>
                  </a:lnTo>
                  <a:lnTo>
                    <a:pt x="9485" y="1"/>
                  </a:lnTo>
                  <a:close/>
                </a:path>
              </a:pathLst>
            </a:custGeom>
            <a:solidFill>
              <a:srgbClr val="FFFFFF">
                <a:alpha val="48460"/>
              </a:srgbClr>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7"/>
            <p:cNvSpPr/>
            <p:nvPr/>
          </p:nvSpPr>
          <p:spPr>
            <a:xfrm flipH="1">
              <a:off x="909236" y="2923238"/>
              <a:ext cx="2007689" cy="400900"/>
            </a:xfrm>
            <a:custGeom>
              <a:avLst/>
              <a:gdLst/>
              <a:ahLst/>
              <a:cxnLst/>
              <a:rect l="l" t="t" r="r" b="b"/>
              <a:pathLst>
                <a:path w="52914" h="10566" extrusionOk="0">
                  <a:moveTo>
                    <a:pt x="5487" y="1"/>
                  </a:moveTo>
                  <a:cubicBezTo>
                    <a:pt x="2569" y="1"/>
                    <a:pt x="1" y="2540"/>
                    <a:pt x="1" y="5459"/>
                  </a:cubicBezTo>
                  <a:cubicBezTo>
                    <a:pt x="1" y="8377"/>
                    <a:pt x="2569" y="10566"/>
                    <a:pt x="5487" y="10566"/>
                  </a:cubicBezTo>
                  <a:lnTo>
                    <a:pt x="52913" y="10566"/>
                  </a:lnTo>
                  <a:lnTo>
                    <a:pt x="42319" y="1"/>
                  </a:lnTo>
                  <a:close/>
                </a:path>
              </a:pathLst>
            </a:cu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9" name="Google Shape;509;p47"/>
          <p:cNvSpPr txBox="1">
            <a:spLocks noGrp="1"/>
          </p:cNvSpPr>
          <p:nvPr>
            <p:ph type="subTitle" idx="4294967295"/>
          </p:nvPr>
        </p:nvSpPr>
        <p:spPr>
          <a:xfrm flipH="1">
            <a:off x="1116756" y="292590"/>
            <a:ext cx="925500" cy="365400"/>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s-ES" sz="1800" dirty="0" smtClean="0">
                <a:solidFill>
                  <a:srgbClr val="FFFFFF"/>
                </a:solidFill>
                <a:latin typeface="Squada One"/>
                <a:ea typeface="Squada One"/>
                <a:cs typeface="Squada One"/>
                <a:sym typeface="Squada One"/>
              </a:rPr>
              <a:t>01</a:t>
            </a:r>
            <a:endParaRPr sz="1800" dirty="0">
              <a:solidFill>
                <a:srgbClr val="FFFFFF"/>
              </a:solidFill>
              <a:latin typeface="Squada One"/>
              <a:ea typeface="Squada One"/>
              <a:cs typeface="Squada One"/>
              <a:sym typeface="Squada One"/>
            </a:endParaRPr>
          </a:p>
        </p:txBody>
      </p:sp>
      <p:sp>
        <p:nvSpPr>
          <p:cNvPr id="510" name="Google Shape;510;p47"/>
          <p:cNvSpPr txBox="1">
            <a:spLocks noGrp="1"/>
          </p:cNvSpPr>
          <p:nvPr>
            <p:ph type="subTitle" idx="4294967295"/>
          </p:nvPr>
        </p:nvSpPr>
        <p:spPr>
          <a:xfrm flipH="1">
            <a:off x="3987658" y="395954"/>
            <a:ext cx="783600" cy="309900"/>
          </a:xfrm>
          <a:prstGeom prst="rect">
            <a:avLst/>
          </a:prstGeom>
        </p:spPr>
        <p:txBody>
          <a:bodyPr spcFirstLastPara="1" wrap="square" lIns="68575" tIns="34275" rIns="68575" bIns="34275" anchor="ctr" anchorCtr="0">
            <a:noAutofit/>
          </a:bodyPr>
          <a:lstStyle/>
          <a:p>
            <a:pPr marL="0" lvl="0" indent="0" algn="ctr" rtl="0">
              <a:spcBef>
                <a:spcPts val="800"/>
              </a:spcBef>
              <a:spcAft>
                <a:spcPts val="0"/>
              </a:spcAft>
              <a:buNone/>
            </a:pPr>
            <a:r>
              <a:rPr lang="es-ES" sz="1800" dirty="0" smtClean="0">
                <a:solidFill>
                  <a:srgbClr val="FFFFFF"/>
                </a:solidFill>
                <a:latin typeface="Squada One"/>
                <a:ea typeface="Squada One"/>
                <a:cs typeface="Squada One"/>
                <a:sym typeface="Squada One"/>
              </a:rPr>
              <a:t>02</a:t>
            </a:r>
            <a:endParaRPr sz="1800" dirty="0">
              <a:solidFill>
                <a:srgbClr val="FFFFFF"/>
              </a:solidFill>
              <a:latin typeface="Squada One"/>
              <a:ea typeface="Squada One"/>
              <a:cs typeface="Squada One"/>
              <a:sym typeface="Squada One"/>
            </a:endParaRPr>
          </a:p>
        </p:txBody>
      </p:sp>
      <p:sp>
        <p:nvSpPr>
          <p:cNvPr id="511" name="Google Shape;511;p47"/>
          <p:cNvSpPr txBox="1">
            <a:spLocks noGrp="1"/>
          </p:cNvSpPr>
          <p:nvPr>
            <p:ph type="subTitle" idx="4294967295"/>
          </p:nvPr>
        </p:nvSpPr>
        <p:spPr>
          <a:xfrm flipH="1">
            <a:off x="1116756" y="1840855"/>
            <a:ext cx="925500" cy="365400"/>
          </a:xfrm>
          <a:prstGeom prst="rect">
            <a:avLst/>
          </a:prstGeom>
        </p:spPr>
        <p:txBody>
          <a:bodyPr spcFirstLastPara="1" wrap="square" lIns="68575" tIns="34275" rIns="68575" bIns="34275" anchor="t" anchorCtr="0">
            <a:noAutofit/>
          </a:bodyPr>
          <a:lstStyle/>
          <a:p>
            <a:pPr marL="0" lvl="0" indent="0" algn="ctr" rtl="0">
              <a:spcBef>
                <a:spcPts val="800"/>
              </a:spcBef>
              <a:spcAft>
                <a:spcPts val="0"/>
              </a:spcAft>
              <a:buNone/>
            </a:pPr>
            <a:r>
              <a:rPr lang="es-ES" sz="1800" dirty="0" smtClean="0">
                <a:solidFill>
                  <a:srgbClr val="FFFFFF"/>
                </a:solidFill>
                <a:latin typeface="Squada One"/>
                <a:ea typeface="Squada One"/>
                <a:cs typeface="Squada One"/>
                <a:sym typeface="Squada One"/>
              </a:rPr>
              <a:t>03</a:t>
            </a:r>
            <a:endParaRPr sz="1800" dirty="0">
              <a:solidFill>
                <a:srgbClr val="FFFFFF"/>
              </a:solidFill>
              <a:latin typeface="Squada One"/>
              <a:ea typeface="Squada One"/>
              <a:cs typeface="Squada One"/>
              <a:sym typeface="Squada One"/>
            </a:endParaRPr>
          </a:p>
        </p:txBody>
      </p:sp>
      <p:sp>
        <p:nvSpPr>
          <p:cNvPr id="512" name="Google Shape;512;p47"/>
          <p:cNvSpPr txBox="1">
            <a:spLocks noGrp="1"/>
          </p:cNvSpPr>
          <p:nvPr>
            <p:ph type="subTitle" idx="4294967295"/>
          </p:nvPr>
        </p:nvSpPr>
        <p:spPr>
          <a:xfrm flipH="1">
            <a:off x="3864316" y="2023555"/>
            <a:ext cx="783600" cy="309900"/>
          </a:xfrm>
          <a:prstGeom prst="rect">
            <a:avLst/>
          </a:prstGeom>
        </p:spPr>
        <p:txBody>
          <a:bodyPr spcFirstLastPara="1" wrap="square" lIns="68575" tIns="34275" rIns="68575" bIns="34275" anchor="ctr" anchorCtr="0">
            <a:noAutofit/>
          </a:bodyPr>
          <a:lstStyle/>
          <a:p>
            <a:pPr marL="0" lvl="0" indent="0" algn="ctr" rtl="0">
              <a:spcBef>
                <a:spcPts val="800"/>
              </a:spcBef>
              <a:spcAft>
                <a:spcPts val="0"/>
              </a:spcAft>
              <a:buNone/>
            </a:pPr>
            <a:r>
              <a:rPr lang="es-ES" sz="1800" dirty="0" smtClean="0">
                <a:solidFill>
                  <a:srgbClr val="FFFFFF"/>
                </a:solidFill>
                <a:latin typeface="Squada One"/>
                <a:ea typeface="Squada One"/>
                <a:cs typeface="Squada One"/>
                <a:sym typeface="Squada One"/>
              </a:rPr>
              <a:t>04</a:t>
            </a:r>
            <a:endParaRPr sz="1800" dirty="0">
              <a:solidFill>
                <a:srgbClr val="FFFFFF"/>
              </a:solidFill>
              <a:latin typeface="Squada One"/>
              <a:ea typeface="Squada One"/>
              <a:cs typeface="Squada One"/>
              <a:sym typeface="Squada One"/>
            </a:endParaRPr>
          </a:p>
        </p:txBody>
      </p:sp>
      <p:grpSp>
        <p:nvGrpSpPr>
          <p:cNvPr id="38" name="Google Shape;490;p47"/>
          <p:cNvGrpSpPr/>
          <p:nvPr/>
        </p:nvGrpSpPr>
        <p:grpSpPr>
          <a:xfrm>
            <a:off x="1617418" y="3535303"/>
            <a:ext cx="2007719" cy="1286829"/>
            <a:chOff x="3695031" y="2923238"/>
            <a:chExt cx="2007719" cy="1286829"/>
          </a:xfrm>
        </p:grpSpPr>
        <p:sp>
          <p:nvSpPr>
            <p:cNvPr id="39" name="Google Shape;491;p47"/>
            <p:cNvSpPr/>
            <p:nvPr/>
          </p:nvSpPr>
          <p:spPr>
            <a:xfrm flipH="1">
              <a:off x="3695031" y="3324109"/>
              <a:ext cx="359923" cy="885957"/>
            </a:xfrm>
            <a:custGeom>
              <a:avLst/>
              <a:gdLst/>
              <a:ahLst/>
              <a:cxnLst/>
              <a:rect l="l" t="t" r="r" b="b"/>
              <a:pathLst>
                <a:path w="9486" h="23350" extrusionOk="0">
                  <a:moveTo>
                    <a:pt x="0" y="1"/>
                  </a:moveTo>
                  <a:lnTo>
                    <a:pt x="0" y="23349"/>
                  </a:lnTo>
                  <a:lnTo>
                    <a:pt x="9485" y="23349"/>
                  </a:lnTo>
                  <a:lnTo>
                    <a:pt x="9485" y="1"/>
                  </a:lnTo>
                  <a:close/>
                </a:path>
              </a:pathLst>
            </a:custGeom>
            <a:solidFill>
              <a:srgbClr val="FFFFFF">
                <a:alpha val="48460"/>
              </a:srgbClr>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2;p47"/>
            <p:cNvSpPr/>
            <p:nvPr/>
          </p:nvSpPr>
          <p:spPr>
            <a:xfrm flipH="1">
              <a:off x="3695061" y="2923238"/>
              <a:ext cx="2007689" cy="400900"/>
            </a:xfrm>
            <a:custGeom>
              <a:avLst/>
              <a:gdLst/>
              <a:ahLst/>
              <a:cxnLst/>
              <a:rect l="l" t="t" r="r" b="b"/>
              <a:pathLst>
                <a:path w="52914" h="10566" extrusionOk="0">
                  <a:moveTo>
                    <a:pt x="5487" y="1"/>
                  </a:moveTo>
                  <a:cubicBezTo>
                    <a:pt x="2569" y="1"/>
                    <a:pt x="1" y="2540"/>
                    <a:pt x="1" y="5459"/>
                  </a:cubicBezTo>
                  <a:cubicBezTo>
                    <a:pt x="1" y="8377"/>
                    <a:pt x="2569" y="10566"/>
                    <a:pt x="5487" y="10566"/>
                  </a:cubicBezTo>
                  <a:lnTo>
                    <a:pt x="52913" y="10566"/>
                  </a:lnTo>
                  <a:lnTo>
                    <a:pt x="42319" y="1"/>
                  </a:lnTo>
                  <a:close/>
                </a:path>
              </a:pathLst>
            </a:cu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 name="Google Shape;512;p47"/>
          <p:cNvSpPr txBox="1">
            <a:spLocks/>
          </p:cNvSpPr>
          <p:nvPr/>
        </p:nvSpPr>
        <p:spPr>
          <a:xfrm flipH="1">
            <a:off x="2229492" y="3535303"/>
            <a:ext cx="783600" cy="3099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457200" marR="0" lvl="0" indent="-285750" algn="l" rtl="0">
              <a:lnSpc>
                <a:spcPct val="90000"/>
              </a:lnSpc>
              <a:spcBef>
                <a:spcPts val="8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1pPr>
            <a:lvl2pPr marL="914400" marR="0" lvl="1"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2pPr>
            <a:lvl3pPr marL="1371600" marR="0" lvl="2"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3pPr>
            <a:lvl4pPr marL="1828800" marR="0" lvl="3"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4pPr>
            <a:lvl5pPr marL="2286000" marR="0" lvl="4"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5pPr>
            <a:lvl6pPr marL="2743200" marR="0" lvl="5"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6pPr>
            <a:lvl7pPr marL="3200400" marR="0" lvl="6"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7pPr>
            <a:lvl8pPr marL="3657600" marR="0" lvl="7"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8pPr>
            <a:lvl9pPr marL="4114800" marR="0" lvl="8"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9pPr>
          </a:lstStyle>
          <a:p>
            <a:pPr marL="0" indent="0" algn="ctr">
              <a:buFont typeface="Roboto Slab Light"/>
              <a:buNone/>
            </a:pPr>
            <a:r>
              <a:rPr lang="es-ES" sz="1800" dirty="0" smtClean="0">
                <a:solidFill>
                  <a:srgbClr val="FFFFFF"/>
                </a:solidFill>
                <a:latin typeface="Squada One"/>
                <a:ea typeface="Squada One"/>
                <a:cs typeface="Squada One"/>
                <a:sym typeface="Squada One"/>
              </a:rPr>
              <a:t>05</a:t>
            </a:r>
            <a:endParaRPr lang="es-ES" sz="1800" dirty="0">
              <a:solidFill>
                <a:srgbClr val="FFFFFF"/>
              </a:solidFill>
              <a:latin typeface="Squada One"/>
              <a:ea typeface="Squada One"/>
              <a:cs typeface="Squada One"/>
              <a:sym typeface="Squada One"/>
            </a:endParaRPr>
          </a:p>
        </p:txBody>
      </p:sp>
      <p:sp>
        <p:nvSpPr>
          <p:cNvPr id="42" name="Google Shape;481;p47"/>
          <p:cNvSpPr txBox="1">
            <a:spLocks/>
          </p:cNvSpPr>
          <p:nvPr/>
        </p:nvSpPr>
        <p:spPr>
          <a:xfrm>
            <a:off x="1988356" y="4099702"/>
            <a:ext cx="1452300" cy="5589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85750" algn="l" rtl="0">
              <a:lnSpc>
                <a:spcPct val="90000"/>
              </a:lnSpc>
              <a:spcBef>
                <a:spcPts val="8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1pPr>
            <a:lvl2pPr marL="914400" marR="0" lvl="1"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2pPr>
            <a:lvl3pPr marL="1371600" marR="0" lvl="2"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3pPr>
            <a:lvl4pPr marL="1828800" marR="0" lvl="3"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4pPr>
            <a:lvl5pPr marL="2286000" marR="0" lvl="4"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5pPr>
            <a:lvl6pPr marL="2743200" marR="0" lvl="5"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6pPr>
            <a:lvl7pPr marL="3200400" marR="0" lvl="6"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7pPr>
            <a:lvl8pPr marL="3657600" marR="0" lvl="7"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8pPr>
            <a:lvl9pPr marL="4114800" marR="0" lvl="8" indent="-285750" algn="l" rtl="0">
              <a:lnSpc>
                <a:spcPct val="90000"/>
              </a:lnSpc>
              <a:spcBef>
                <a:spcPts val="400"/>
              </a:spcBef>
              <a:spcAft>
                <a:spcPts val="0"/>
              </a:spcAft>
              <a:buClr>
                <a:srgbClr val="071B55"/>
              </a:buClr>
              <a:buSzPts val="900"/>
              <a:buFont typeface="Roboto Slab Light"/>
              <a:buChar char="•"/>
              <a:defRPr sz="900" b="0" i="0" u="none" strike="noStrike" cap="none">
                <a:solidFill>
                  <a:srgbClr val="071B55"/>
                </a:solidFill>
                <a:latin typeface="Roboto Slab Light"/>
                <a:ea typeface="Roboto Slab Light"/>
                <a:cs typeface="Roboto Slab Light"/>
                <a:sym typeface="Roboto Slab Light"/>
              </a:defRPr>
            </a:lvl9pPr>
          </a:lstStyle>
          <a:p>
            <a:pPr marL="0" indent="0" algn="ctr">
              <a:buFont typeface="Roboto Slab Light"/>
              <a:buNone/>
            </a:pPr>
            <a:r>
              <a:rPr lang="en-IN" sz="1400" b="1" dirty="0" err="1" smtClean="0">
                <a:solidFill>
                  <a:srgbClr val="FFFFFF"/>
                </a:solidFill>
              </a:rPr>
              <a:t>Maintainance</a:t>
            </a:r>
            <a:endParaRPr lang="en-IN" sz="1400" b="1"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77"/>
                                        </p:tgtEl>
                                        <p:attrNameLst>
                                          <p:attrName>style.visibility</p:attrName>
                                        </p:attrNameLst>
                                      </p:cBhvr>
                                      <p:to>
                                        <p:strVal val="visible"/>
                                      </p:to>
                                    </p:set>
                                    <p:animEffect transition="in" filter="randombar(horizontal)">
                                      <p:cBhvr>
                                        <p:cTn id="7" dur="1000"/>
                                        <p:tgtEl>
                                          <p:spTgt spid="47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09">
                                            <p:txEl>
                                              <p:pRg st="0" end="0"/>
                                            </p:txEl>
                                          </p:spTgt>
                                        </p:tgtEl>
                                        <p:attrNameLst>
                                          <p:attrName>style.visibility</p:attrName>
                                        </p:attrNameLst>
                                      </p:cBhvr>
                                      <p:to>
                                        <p:strVal val="visible"/>
                                      </p:to>
                                    </p:set>
                                    <p:animEffect transition="in" filter="fade">
                                      <p:cBhvr>
                                        <p:cTn id="11" dur="500"/>
                                        <p:tgtEl>
                                          <p:spTgt spid="509">
                                            <p:txEl>
                                              <p:pRg st="0" end="0"/>
                                            </p:txEl>
                                          </p:spTgt>
                                        </p:tgtEl>
                                      </p:cBhvr>
                                    </p:animEffect>
                                  </p:childTnLst>
                                </p:cTn>
                              </p:par>
                            </p:childTnLst>
                          </p:cTn>
                        </p:par>
                        <p:par>
                          <p:cTn id="12" fill="hold">
                            <p:stCondLst>
                              <p:cond delay="1500"/>
                            </p:stCondLst>
                            <p:childTnLst>
                              <p:par>
                                <p:cTn id="13" presetID="14" presetClass="entr" presetSubtype="10" fill="hold" grpId="0" nodeType="afterEffect">
                                  <p:stCondLst>
                                    <p:cond delay="0"/>
                                  </p:stCondLst>
                                  <p:childTnLst>
                                    <p:set>
                                      <p:cBhvr>
                                        <p:cTn id="14" dur="1" fill="hold">
                                          <p:stCondLst>
                                            <p:cond delay="0"/>
                                          </p:stCondLst>
                                        </p:cTn>
                                        <p:tgtEl>
                                          <p:spTgt spid="478">
                                            <p:txEl>
                                              <p:pRg st="0" end="0"/>
                                            </p:txEl>
                                          </p:spTgt>
                                        </p:tgtEl>
                                        <p:attrNameLst>
                                          <p:attrName>style.visibility</p:attrName>
                                        </p:attrNameLst>
                                      </p:cBhvr>
                                      <p:to>
                                        <p:strVal val="visible"/>
                                      </p:to>
                                    </p:set>
                                    <p:animEffect transition="in" filter="randombar(horizontal)">
                                      <p:cBhvr>
                                        <p:cTn id="15" dur="500"/>
                                        <p:tgtEl>
                                          <p:spTgt spid="478">
                                            <p:txEl>
                                              <p:pRg st="0" end="0"/>
                                            </p:txEl>
                                          </p:spTgt>
                                        </p:tgtEl>
                                      </p:cBhvr>
                                    </p:animEffect>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510">
                                            <p:txEl>
                                              <p:pRg st="0" end="0"/>
                                            </p:txEl>
                                          </p:spTgt>
                                        </p:tgtEl>
                                        <p:attrNameLst>
                                          <p:attrName>style.visibility</p:attrName>
                                        </p:attrNameLst>
                                      </p:cBhvr>
                                      <p:to>
                                        <p:strVal val="visible"/>
                                      </p:to>
                                    </p:set>
                                    <p:animEffect transition="in" filter="fade">
                                      <p:cBhvr>
                                        <p:cTn id="19" dur="500"/>
                                        <p:tgtEl>
                                          <p:spTgt spid="510">
                                            <p:txEl>
                                              <p:pRg st="0" end="0"/>
                                            </p:txEl>
                                          </p:spTgt>
                                        </p:tgtEl>
                                      </p:cBhvr>
                                    </p:animEffect>
                                  </p:childTnLst>
                                </p:cTn>
                              </p:par>
                            </p:childTnLst>
                          </p:cTn>
                        </p:par>
                        <p:par>
                          <p:cTn id="20" fill="hold">
                            <p:stCondLst>
                              <p:cond delay="2500"/>
                            </p:stCondLst>
                            <p:childTnLst>
                              <p:par>
                                <p:cTn id="21" presetID="14" presetClass="entr" presetSubtype="10" fill="hold" grpId="0" nodeType="afterEffect">
                                  <p:stCondLst>
                                    <p:cond delay="0"/>
                                  </p:stCondLst>
                                  <p:childTnLst>
                                    <p:set>
                                      <p:cBhvr>
                                        <p:cTn id="22" dur="1" fill="hold">
                                          <p:stCondLst>
                                            <p:cond delay="0"/>
                                          </p:stCondLst>
                                        </p:cTn>
                                        <p:tgtEl>
                                          <p:spTgt spid="479">
                                            <p:txEl>
                                              <p:pRg st="0" end="0"/>
                                            </p:txEl>
                                          </p:spTgt>
                                        </p:tgtEl>
                                        <p:attrNameLst>
                                          <p:attrName>style.visibility</p:attrName>
                                        </p:attrNameLst>
                                      </p:cBhvr>
                                      <p:to>
                                        <p:strVal val="visible"/>
                                      </p:to>
                                    </p:set>
                                    <p:animEffect transition="in" filter="randombar(horizontal)">
                                      <p:cBhvr>
                                        <p:cTn id="23" dur="500"/>
                                        <p:tgtEl>
                                          <p:spTgt spid="479">
                                            <p:txEl>
                                              <p:pRg st="0" end="0"/>
                                            </p:txEl>
                                          </p:spTgt>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511">
                                            <p:txEl>
                                              <p:pRg st="0" end="0"/>
                                            </p:txEl>
                                          </p:spTgt>
                                        </p:tgtEl>
                                        <p:attrNameLst>
                                          <p:attrName>style.visibility</p:attrName>
                                        </p:attrNameLst>
                                      </p:cBhvr>
                                      <p:to>
                                        <p:strVal val="visible"/>
                                      </p:to>
                                    </p:set>
                                    <p:animEffect transition="in" filter="fade">
                                      <p:cBhvr>
                                        <p:cTn id="27" dur="500"/>
                                        <p:tgtEl>
                                          <p:spTgt spid="511">
                                            <p:txEl>
                                              <p:pRg st="0" end="0"/>
                                            </p:txEl>
                                          </p:spTgt>
                                        </p:tgtEl>
                                      </p:cBhvr>
                                    </p:animEffect>
                                  </p:childTnLst>
                                </p:cTn>
                              </p:par>
                            </p:childTnLst>
                          </p:cTn>
                        </p:par>
                        <p:par>
                          <p:cTn id="28" fill="hold">
                            <p:stCondLst>
                              <p:cond delay="3500"/>
                            </p:stCondLst>
                            <p:childTnLst>
                              <p:par>
                                <p:cTn id="29" presetID="14" presetClass="entr" presetSubtype="10" fill="hold" grpId="0" nodeType="afterEffect">
                                  <p:stCondLst>
                                    <p:cond delay="0"/>
                                  </p:stCondLst>
                                  <p:childTnLst>
                                    <p:set>
                                      <p:cBhvr>
                                        <p:cTn id="30" dur="1" fill="hold">
                                          <p:stCondLst>
                                            <p:cond delay="0"/>
                                          </p:stCondLst>
                                        </p:cTn>
                                        <p:tgtEl>
                                          <p:spTgt spid="480">
                                            <p:txEl>
                                              <p:pRg st="0" end="0"/>
                                            </p:txEl>
                                          </p:spTgt>
                                        </p:tgtEl>
                                        <p:attrNameLst>
                                          <p:attrName>style.visibility</p:attrName>
                                        </p:attrNameLst>
                                      </p:cBhvr>
                                      <p:to>
                                        <p:strVal val="visible"/>
                                      </p:to>
                                    </p:set>
                                    <p:animEffect transition="in" filter="randombar(horizontal)">
                                      <p:cBhvr>
                                        <p:cTn id="31" dur="500"/>
                                        <p:tgtEl>
                                          <p:spTgt spid="480">
                                            <p:txEl>
                                              <p:pRg st="0" end="0"/>
                                            </p:txEl>
                                          </p:spTgt>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512">
                                            <p:txEl>
                                              <p:pRg st="0" end="0"/>
                                            </p:txEl>
                                          </p:spTgt>
                                        </p:tgtEl>
                                        <p:attrNameLst>
                                          <p:attrName>style.visibility</p:attrName>
                                        </p:attrNameLst>
                                      </p:cBhvr>
                                      <p:to>
                                        <p:strVal val="visible"/>
                                      </p:to>
                                    </p:set>
                                    <p:animEffect transition="in" filter="fade">
                                      <p:cBhvr>
                                        <p:cTn id="35" dur="500"/>
                                        <p:tgtEl>
                                          <p:spTgt spid="512">
                                            <p:txEl>
                                              <p:pRg st="0" end="0"/>
                                            </p:txEl>
                                          </p:spTgt>
                                        </p:tgtEl>
                                      </p:cBhvr>
                                    </p:animEffect>
                                  </p:childTnLst>
                                </p:cTn>
                              </p:par>
                            </p:childTnLst>
                          </p:cTn>
                        </p:par>
                        <p:par>
                          <p:cTn id="36" fill="hold">
                            <p:stCondLst>
                              <p:cond delay="4500"/>
                            </p:stCondLst>
                            <p:childTnLst>
                              <p:par>
                                <p:cTn id="37" presetID="14" presetClass="entr" presetSubtype="10" fill="hold" grpId="0" nodeType="afterEffect">
                                  <p:stCondLst>
                                    <p:cond delay="0"/>
                                  </p:stCondLst>
                                  <p:childTnLst>
                                    <p:set>
                                      <p:cBhvr>
                                        <p:cTn id="38" dur="1" fill="hold">
                                          <p:stCondLst>
                                            <p:cond delay="0"/>
                                          </p:stCondLst>
                                        </p:cTn>
                                        <p:tgtEl>
                                          <p:spTgt spid="481">
                                            <p:txEl>
                                              <p:pRg st="0" end="0"/>
                                            </p:txEl>
                                          </p:spTgt>
                                        </p:tgtEl>
                                        <p:attrNameLst>
                                          <p:attrName>style.visibility</p:attrName>
                                        </p:attrNameLst>
                                      </p:cBhvr>
                                      <p:to>
                                        <p:strVal val="visible"/>
                                      </p:to>
                                    </p:set>
                                    <p:animEffect transition="in" filter="randombar(horizontal)">
                                      <p:cBhvr>
                                        <p:cTn id="39" dur="500"/>
                                        <p:tgtEl>
                                          <p:spTgt spid="481">
                                            <p:txEl>
                                              <p:pRg st="0" end="0"/>
                                            </p:txEl>
                                          </p:spTgt>
                                        </p:tgtEl>
                                      </p:cBhvr>
                                    </p:animEffect>
                                  </p:childTnLst>
                                </p:cTn>
                              </p:par>
                            </p:childTnLst>
                          </p:cTn>
                        </p:par>
                        <p:par>
                          <p:cTn id="40" fill="hold">
                            <p:stCondLst>
                              <p:cond delay="5000"/>
                            </p:stCondLst>
                            <p:childTnLst>
                              <p:par>
                                <p:cTn id="41" presetID="10" presetClass="entr" presetSubtype="0" fill="hold" grpId="0"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childTnLst>
                          </p:cTn>
                        </p:par>
                        <p:par>
                          <p:cTn id="44" fill="hold">
                            <p:stCondLst>
                              <p:cond delay="5500"/>
                            </p:stCondLst>
                            <p:childTnLst>
                              <p:par>
                                <p:cTn id="45" presetID="14" presetClass="entr" presetSubtype="10" fill="hold" grpId="0" nodeType="after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randombar(horizontal)">
                                      <p:cBhvr>
                                        <p:cTn id="4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 grpId="0"/>
      <p:bldP spid="478" grpId="0" build="p"/>
      <p:bldP spid="479" grpId="0" build="p"/>
      <p:bldP spid="480" grpId="0" build="p"/>
      <p:bldP spid="481" grpId="0" build="p"/>
      <p:bldP spid="509" grpId="0" build="p"/>
      <p:bldP spid="510" grpId="0" build="p"/>
      <p:bldP spid="511" grpId="0" build="p"/>
      <p:bldP spid="512" grpId="0" build="p"/>
      <p:bldP spid="41" grpId="0"/>
      <p:bldP spid="4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347"/>
        <p:cNvGrpSpPr/>
        <p:nvPr/>
      </p:nvGrpSpPr>
      <p:grpSpPr>
        <a:xfrm>
          <a:off x="0" y="0"/>
          <a:ext cx="0" cy="0"/>
          <a:chOff x="0" y="0"/>
          <a:chExt cx="0" cy="0"/>
        </a:xfrm>
      </p:grpSpPr>
      <p:sp>
        <p:nvSpPr>
          <p:cNvPr id="348" name="Google Shape;348;p35"/>
          <p:cNvSpPr txBox="1">
            <a:spLocks noGrp="1"/>
          </p:cNvSpPr>
          <p:nvPr>
            <p:ph type="subTitle" idx="1"/>
          </p:nvPr>
        </p:nvSpPr>
        <p:spPr>
          <a:xfrm flipH="1">
            <a:off x="2138359" y="0"/>
            <a:ext cx="5501100" cy="939305"/>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s-ES" sz="4400" dirty="0" smtClean="0"/>
              <a:t>TIME-LINE SCHEDULE</a:t>
            </a:r>
            <a:endParaRPr sz="4400" b="0" dirty="0"/>
          </a:p>
        </p:txBody>
      </p:sp>
      <p:pic>
        <p:nvPicPr>
          <p:cNvPr id="5" name="Picture 3"/>
          <p:cNvPicPr>
            <a:picLocks noChangeAspect="1" noChangeArrowheads="1"/>
          </p:cNvPicPr>
          <p:nvPr/>
        </p:nvPicPr>
        <p:blipFill>
          <a:blip r:embed="rId3"/>
          <a:srcRect/>
          <a:stretch>
            <a:fillRect/>
          </a:stretch>
        </p:blipFill>
        <p:spPr bwMode="auto">
          <a:xfrm>
            <a:off x="1258160" y="939305"/>
            <a:ext cx="6655182" cy="36999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48">
                                            <p:txEl>
                                              <p:pRg st="0" end="0"/>
                                            </p:txEl>
                                          </p:spTgt>
                                        </p:tgtEl>
                                        <p:attrNameLst>
                                          <p:attrName>style.visibility</p:attrName>
                                        </p:attrNameLst>
                                      </p:cBhvr>
                                      <p:to>
                                        <p:strVal val="visible"/>
                                      </p:to>
                                    </p:set>
                                    <p:animEffect transition="in" filter="randombar(horizontal)">
                                      <p:cBhvr>
                                        <p:cTn id="7" dur="1000"/>
                                        <p:tgtEl>
                                          <p:spTgt spid="348">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423"/>
        <p:cNvGrpSpPr/>
        <p:nvPr/>
      </p:nvGrpSpPr>
      <p:grpSpPr>
        <a:xfrm>
          <a:off x="0" y="0"/>
          <a:ext cx="0" cy="0"/>
          <a:chOff x="0" y="0"/>
          <a:chExt cx="0" cy="0"/>
        </a:xfrm>
      </p:grpSpPr>
      <p:sp>
        <p:nvSpPr>
          <p:cNvPr id="424" name="Google Shape;424;p43"/>
          <p:cNvSpPr txBox="1">
            <a:spLocks noGrp="1"/>
          </p:cNvSpPr>
          <p:nvPr>
            <p:ph type="ctrTitle"/>
          </p:nvPr>
        </p:nvSpPr>
        <p:spPr>
          <a:xfrm>
            <a:off x="1627134" y="504994"/>
            <a:ext cx="5724600" cy="1241700"/>
          </a:xfrm>
          <a:prstGeom prst="rect">
            <a:avLst/>
          </a:prstGeom>
          <a:noFill/>
          <a:ln>
            <a:noFill/>
          </a:ln>
        </p:spPr>
        <p:txBody>
          <a:bodyPr spcFirstLastPara="1" wrap="square" lIns="68575" tIns="34275" rIns="68575" bIns="34275" anchor="b" anchorCtr="0">
            <a:noAutofit/>
          </a:bodyPr>
          <a:lstStyle/>
          <a:p>
            <a:pPr marL="0" lvl="0" indent="0" algn="ctr" rtl="0">
              <a:lnSpc>
                <a:spcPct val="90000"/>
              </a:lnSpc>
              <a:spcBef>
                <a:spcPts val="0"/>
              </a:spcBef>
              <a:spcAft>
                <a:spcPts val="0"/>
              </a:spcAft>
              <a:buClr>
                <a:schemeClr val="accent6"/>
              </a:buClr>
              <a:buSzPts val="5000"/>
              <a:buFont typeface="Nunito Sans Black"/>
              <a:buNone/>
            </a:pPr>
            <a:r>
              <a:rPr lang="es-ES" sz="4400" dirty="0" smtClean="0"/>
              <a:t>COST-BREAKDOWN STRUCTURE</a:t>
            </a:r>
            <a:endParaRPr sz="4400" dirty="0"/>
          </a:p>
        </p:txBody>
      </p:sp>
      <p:sp>
        <p:nvSpPr>
          <p:cNvPr id="425" name="Google Shape;425;p43"/>
          <p:cNvSpPr txBox="1">
            <a:spLocks noGrp="1"/>
          </p:cNvSpPr>
          <p:nvPr>
            <p:ph type="subTitle" idx="1"/>
          </p:nvPr>
        </p:nvSpPr>
        <p:spPr>
          <a:xfrm>
            <a:off x="1883802" y="1801300"/>
            <a:ext cx="5342021" cy="2633196"/>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accent6"/>
              </a:buClr>
              <a:buSzPts val="1100"/>
              <a:buNone/>
            </a:pPr>
            <a:endParaRPr lang="en-IN" b="0" dirty="0" smtClean="0"/>
          </a:p>
          <a:p>
            <a:pPr marL="0" lvl="0" indent="0" algn="ctr" rtl="0">
              <a:lnSpc>
                <a:spcPct val="90000"/>
              </a:lnSpc>
              <a:spcBef>
                <a:spcPts val="0"/>
              </a:spcBef>
              <a:spcAft>
                <a:spcPts val="0"/>
              </a:spcAft>
              <a:buClr>
                <a:schemeClr val="accent6"/>
              </a:buClr>
              <a:buSzPts val="1100"/>
              <a:buNone/>
            </a:pPr>
            <a:r>
              <a:rPr lang="en-IN" b="0" dirty="0" smtClean="0"/>
              <a:t>EFFORT = </a:t>
            </a:r>
            <a:r>
              <a:rPr lang="en-IN" b="1" dirty="0" smtClean="0"/>
              <a:t>a(KLOC)^b</a:t>
            </a:r>
          </a:p>
          <a:p>
            <a:pPr marL="0" lvl="0" indent="0" algn="ctr" rtl="0">
              <a:lnSpc>
                <a:spcPct val="90000"/>
              </a:lnSpc>
              <a:spcBef>
                <a:spcPts val="0"/>
              </a:spcBef>
              <a:spcAft>
                <a:spcPts val="0"/>
              </a:spcAft>
              <a:buClr>
                <a:schemeClr val="accent6"/>
              </a:buClr>
              <a:buSzPts val="1100"/>
              <a:buNone/>
            </a:pPr>
            <a:endParaRPr lang="en-IN" dirty="0"/>
          </a:p>
          <a:p>
            <a:pPr marL="0" lvl="0" indent="0" algn="ctr" rtl="0">
              <a:lnSpc>
                <a:spcPct val="90000"/>
              </a:lnSpc>
              <a:spcBef>
                <a:spcPts val="0"/>
              </a:spcBef>
              <a:spcAft>
                <a:spcPts val="0"/>
              </a:spcAft>
              <a:buClr>
                <a:schemeClr val="accent6"/>
              </a:buClr>
              <a:buSzPts val="1100"/>
              <a:buNone/>
            </a:pPr>
            <a:r>
              <a:rPr lang="en-IN" b="0" dirty="0" smtClean="0"/>
              <a:t>KLOC = </a:t>
            </a:r>
            <a:r>
              <a:rPr lang="en-IN" b="1" dirty="0" smtClean="0"/>
              <a:t>1.1</a:t>
            </a:r>
          </a:p>
          <a:p>
            <a:pPr marL="0" lvl="0" indent="0" algn="ctr" rtl="0">
              <a:lnSpc>
                <a:spcPct val="90000"/>
              </a:lnSpc>
              <a:spcBef>
                <a:spcPts val="0"/>
              </a:spcBef>
              <a:spcAft>
                <a:spcPts val="0"/>
              </a:spcAft>
              <a:buClr>
                <a:schemeClr val="accent6"/>
              </a:buClr>
              <a:buSzPts val="1100"/>
              <a:buNone/>
            </a:pPr>
            <a:endParaRPr lang="en-IN" dirty="0"/>
          </a:p>
          <a:p>
            <a:pPr marL="0" lvl="0" indent="0" algn="ctr" rtl="0">
              <a:lnSpc>
                <a:spcPct val="90000"/>
              </a:lnSpc>
              <a:spcBef>
                <a:spcPts val="0"/>
              </a:spcBef>
              <a:spcAft>
                <a:spcPts val="0"/>
              </a:spcAft>
              <a:buClr>
                <a:schemeClr val="accent6"/>
              </a:buClr>
              <a:buSzPts val="1100"/>
              <a:buNone/>
            </a:pPr>
            <a:r>
              <a:rPr lang="en-IN" b="0" dirty="0" smtClean="0"/>
              <a:t>TIME = </a:t>
            </a:r>
            <a:r>
              <a:rPr lang="en-IN" b="1" dirty="0" smtClean="0"/>
              <a:t>c(EFFORT)^d</a:t>
            </a:r>
          </a:p>
          <a:p>
            <a:pPr marL="0" lvl="0" indent="0" algn="ctr" rtl="0">
              <a:lnSpc>
                <a:spcPct val="90000"/>
              </a:lnSpc>
              <a:spcBef>
                <a:spcPts val="0"/>
              </a:spcBef>
              <a:spcAft>
                <a:spcPts val="0"/>
              </a:spcAft>
              <a:buClr>
                <a:schemeClr val="accent6"/>
              </a:buClr>
              <a:buSzPts val="1100"/>
              <a:buNone/>
            </a:pPr>
            <a:endParaRPr lang="en-IN" dirty="0"/>
          </a:p>
          <a:p>
            <a:pPr marL="0" lvl="0" indent="0" algn="ctr" rtl="0">
              <a:lnSpc>
                <a:spcPct val="90000"/>
              </a:lnSpc>
              <a:spcBef>
                <a:spcPts val="0"/>
              </a:spcBef>
              <a:spcAft>
                <a:spcPts val="0"/>
              </a:spcAft>
              <a:buClr>
                <a:schemeClr val="accent6"/>
              </a:buClr>
              <a:buSzPts val="1100"/>
              <a:buNone/>
            </a:pPr>
            <a:r>
              <a:rPr lang="en-IN" dirty="0" smtClean="0"/>
              <a:t>For Organic Project a, b, c, d Values are as follows :</a:t>
            </a:r>
          </a:p>
          <a:p>
            <a:pPr marL="0" lvl="0" indent="0" algn="ctr" rtl="0">
              <a:lnSpc>
                <a:spcPct val="90000"/>
              </a:lnSpc>
              <a:spcBef>
                <a:spcPts val="0"/>
              </a:spcBef>
              <a:spcAft>
                <a:spcPts val="0"/>
              </a:spcAft>
              <a:buClr>
                <a:schemeClr val="accent6"/>
              </a:buClr>
              <a:buSzPts val="1100"/>
              <a:buNone/>
            </a:pPr>
            <a:endParaRPr lang="en-IN" b="0" dirty="0"/>
          </a:p>
          <a:p>
            <a:pPr marL="0" lvl="0" indent="0" algn="ctr" rtl="0">
              <a:lnSpc>
                <a:spcPct val="90000"/>
              </a:lnSpc>
              <a:spcBef>
                <a:spcPts val="0"/>
              </a:spcBef>
              <a:spcAft>
                <a:spcPts val="0"/>
              </a:spcAft>
              <a:buClr>
                <a:schemeClr val="accent6"/>
              </a:buClr>
              <a:buSzPts val="1100"/>
              <a:buNone/>
            </a:pPr>
            <a:r>
              <a:rPr lang="en-IN" dirty="0" smtClean="0"/>
              <a:t>a = </a:t>
            </a:r>
            <a:r>
              <a:rPr lang="en-IN" b="1" dirty="0" smtClean="0"/>
              <a:t>2.4</a:t>
            </a:r>
          </a:p>
          <a:p>
            <a:pPr marL="0" lvl="0" indent="0" algn="ctr" rtl="0">
              <a:lnSpc>
                <a:spcPct val="90000"/>
              </a:lnSpc>
              <a:spcBef>
                <a:spcPts val="0"/>
              </a:spcBef>
              <a:spcAft>
                <a:spcPts val="0"/>
              </a:spcAft>
              <a:buClr>
                <a:schemeClr val="accent6"/>
              </a:buClr>
              <a:buSzPts val="1100"/>
              <a:buNone/>
            </a:pPr>
            <a:r>
              <a:rPr lang="en-IN" dirty="0" smtClean="0"/>
              <a:t>b = </a:t>
            </a:r>
            <a:r>
              <a:rPr lang="en-IN" b="1" dirty="0" smtClean="0"/>
              <a:t>1.05</a:t>
            </a:r>
          </a:p>
          <a:p>
            <a:pPr marL="0" lvl="0" indent="0" algn="ctr" rtl="0">
              <a:lnSpc>
                <a:spcPct val="90000"/>
              </a:lnSpc>
              <a:spcBef>
                <a:spcPts val="0"/>
              </a:spcBef>
              <a:spcAft>
                <a:spcPts val="0"/>
              </a:spcAft>
              <a:buClr>
                <a:schemeClr val="accent6"/>
              </a:buClr>
              <a:buSzPts val="1100"/>
              <a:buNone/>
            </a:pPr>
            <a:r>
              <a:rPr lang="en-IN" dirty="0" smtClean="0"/>
              <a:t>c = </a:t>
            </a:r>
            <a:r>
              <a:rPr lang="en-IN" b="1" dirty="0" smtClean="0"/>
              <a:t>2.5</a:t>
            </a:r>
          </a:p>
          <a:p>
            <a:pPr marL="0" lvl="0" indent="0" algn="ctr" rtl="0">
              <a:lnSpc>
                <a:spcPct val="90000"/>
              </a:lnSpc>
              <a:spcBef>
                <a:spcPts val="0"/>
              </a:spcBef>
              <a:spcAft>
                <a:spcPts val="0"/>
              </a:spcAft>
              <a:buClr>
                <a:schemeClr val="accent6"/>
              </a:buClr>
              <a:buSzPts val="1100"/>
              <a:buNone/>
            </a:pPr>
            <a:r>
              <a:rPr lang="en-IN" dirty="0" smtClean="0"/>
              <a:t>d = </a:t>
            </a:r>
            <a:r>
              <a:rPr lang="en-IN" b="1" dirty="0" smtClean="0"/>
              <a:t>0.38</a:t>
            </a:r>
          </a:p>
          <a:p>
            <a:pPr marL="0" lvl="0" indent="0" algn="ctr" rtl="0">
              <a:lnSpc>
                <a:spcPct val="90000"/>
              </a:lnSpc>
              <a:spcBef>
                <a:spcPts val="0"/>
              </a:spcBef>
              <a:spcAft>
                <a:spcPts val="0"/>
              </a:spcAft>
              <a:buClr>
                <a:schemeClr val="accent6"/>
              </a:buClr>
              <a:buSzPts val="1100"/>
              <a:buNone/>
            </a:pPr>
            <a:endParaRPr lang="en-IN" dirty="0"/>
          </a:p>
          <a:p>
            <a:pPr marL="0" lvl="0" indent="0" algn="ctr" rtl="0">
              <a:lnSpc>
                <a:spcPct val="90000"/>
              </a:lnSpc>
              <a:spcBef>
                <a:spcPts val="0"/>
              </a:spcBef>
              <a:spcAft>
                <a:spcPts val="0"/>
              </a:spcAft>
              <a:buClr>
                <a:schemeClr val="accent6"/>
              </a:buClr>
              <a:buSzPts val="1100"/>
              <a:buNone/>
            </a:pPr>
            <a:r>
              <a:rPr lang="en-IN" dirty="0" smtClean="0"/>
              <a:t>Estimated Man Power Cost Per Month is </a:t>
            </a:r>
            <a:r>
              <a:rPr lang="en-IN" sz="1400" b="1" dirty="0" smtClean="0">
                <a:solidFill>
                  <a:srgbClr val="FFFF00"/>
                </a:solidFill>
              </a:rPr>
              <a:t>Rs.500</a:t>
            </a:r>
            <a:endParaRPr lang="en-IN" sz="1400" b="1" dirty="0">
              <a:solidFill>
                <a:srgbClr val="FFFF00"/>
              </a:solidFill>
            </a:endParaRPr>
          </a:p>
          <a:p>
            <a:pPr marL="0" lvl="0" indent="0" algn="ctr" rtl="0">
              <a:lnSpc>
                <a:spcPct val="90000"/>
              </a:lnSpc>
              <a:spcBef>
                <a:spcPts val="0"/>
              </a:spcBef>
              <a:spcAft>
                <a:spcPts val="0"/>
              </a:spcAft>
              <a:buClr>
                <a:schemeClr val="accent6"/>
              </a:buClr>
              <a:buSzPts val="1100"/>
              <a:buNone/>
            </a:pPr>
            <a:endParaRPr lang="en-IN"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randombar(horizontal)">
                                      <p:cBhvr>
                                        <p:cTn id="7" dur="500"/>
                                        <p:tgtEl>
                                          <p:spTgt spid="42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25">
                                            <p:txEl>
                                              <p:pRg st="1" end="1"/>
                                            </p:txEl>
                                          </p:spTgt>
                                        </p:tgtEl>
                                        <p:attrNameLst>
                                          <p:attrName>style.visibility</p:attrName>
                                        </p:attrNameLst>
                                      </p:cBhvr>
                                      <p:to>
                                        <p:strVal val="visible"/>
                                      </p:to>
                                    </p:set>
                                    <p:anim calcmode="lin" valueType="num">
                                      <p:cBhvr additive="base">
                                        <p:cTn id="11" dur="500" fill="hold"/>
                                        <p:tgtEl>
                                          <p:spTgt spid="42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25">
                                            <p:txEl>
                                              <p:pRg st="1" end="1"/>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425">
                                            <p:txEl>
                                              <p:pRg st="3" end="3"/>
                                            </p:txEl>
                                          </p:spTgt>
                                        </p:tgtEl>
                                        <p:attrNameLst>
                                          <p:attrName>style.visibility</p:attrName>
                                        </p:attrNameLst>
                                      </p:cBhvr>
                                      <p:to>
                                        <p:strVal val="visible"/>
                                      </p:to>
                                    </p:set>
                                    <p:anim calcmode="lin" valueType="num">
                                      <p:cBhvr additive="base">
                                        <p:cTn id="16" dur="500" fill="hold"/>
                                        <p:tgtEl>
                                          <p:spTgt spid="425">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25">
                                            <p:txEl>
                                              <p:pRg st="3" end="3"/>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25">
                                            <p:txEl>
                                              <p:pRg st="5" end="5"/>
                                            </p:txEl>
                                          </p:spTgt>
                                        </p:tgtEl>
                                        <p:attrNameLst>
                                          <p:attrName>style.visibility</p:attrName>
                                        </p:attrNameLst>
                                      </p:cBhvr>
                                      <p:to>
                                        <p:strVal val="visible"/>
                                      </p:to>
                                    </p:set>
                                    <p:anim calcmode="lin" valueType="num">
                                      <p:cBhvr additive="base">
                                        <p:cTn id="21" dur="500" fill="hold"/>
                                        <p:tgtEl>
                                          <p:spTgt spid="42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25">
                                            <p:txEl>
                                              <p:pRg st="5" end="5"/>
                                            </p:txEl>
                                          </p:spTgt>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25">
                                            <p:txEl>
                                              <p:pRg st="7" end="7"/>
                                            </p:txEl>
                                          </p:spTgt>
                                        </p:tgtEl>
                                        <p:attrNameLst>
                                          <p:attrName>style.visibility</p:attrName>
                                        </p:attrNameLst>
                                      </p:cBhvr>
                                      <p:to>
                                        <p:strVal val="visible"/>
                                      </p:to>
                                    </p:set>
                                    <p:anim calcmode="lin" valueType="num">
                                      <p:cBhvr additive="base">
                                        <p:cTn id="26" dur="500" fill="hold"/>
                                        <p:tgtEl>
                                          <p:spTgt spid="425">
                                            <p:txEl>
                                              <p:pRg st="7" end="7"/>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25">
                                            <p:txEl>
                                              <p:pRg st="7" end="7"/>
                                            </p:txEl>
                                          </p:spTgt>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25">
                                            <p:txEl>
                                              <p:pRg st="9" end="9"/>
                                            </p:txEl>
                                          </p:spTgt>
                                        </p:tgtEl>
                                        <p:attrNameLst>
                                          <p:attrName>style.visibility</p:attrName>
                                        </p:attrNameLst>
                                      </p:cBhvr>
                                      <p:to>
                                        <p:strVal val="visible"/>
                                      </p:to>
                                    </p:set>
                                    <p:anim calcmode="lin" valueType="num">
                                      <p:cBhvr additive="base">
                                        <p:cTn id="31" dur="500" fill="hold"/>
                                        <p:tgtEl>
                                          <p:spTgt spid="425">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25">
                                            <p:txEl>
                                              <p:pRg st="9" end="9"/>
                                            </p:txEl>
                                          </p:spTgt>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25">
                                            <p:txEl>
                                              <p:pRg st="10" end="10"/>
                                            </p:txEl>
                                          </p:spTgt>
                                        </p:tgtEl>
                                        <p:attrNameLst>
                                          <p:attrName>style.visibility</p:attrName>
                                        </p:attrNameLst>
                                      </p:cBhvr>
                                      <p:to>
                                        <p:strVal val="visible"/>
                                      </p:to>
                                    </p:set>
                                    <p:anim calcmode="lin" valueType="num">
                                      <p:cBhvr additive="base">
                                        <p:cTn id="36" dur="500" fill="hold"/>
                                        <p:tgtEl>
                                          <p:spTgt spid="425">
                                            <p:txEl>
                                              <p:pRg st="10" end="10"/>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25">
                                            <p:txEl>
                                              <p:pRg st="10" end="10"/>
                                            </p:txEl>
                                          </p:spTgt>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 presetClass="entr" presetSubtype="4" fill="hold" grpId="0" nodeType="afterEffect">
                                  <p:stCondLst>
                                    <p:cond delay="0"/>
                                  </p:stCondLst>
                                  <p:childTnLst>
                                    <p:set>
                                      <p:cBhvr>
                                        <p:cTn id="40" dur="1" fill="hold">
                                          <p:stCondLst>
                                            <p:cond delay="0"/>
                                          </p:stCondLst>
                                        </p:cTn>
                                        <p:tgtEl>
                                          <p:spTgt spid="425">
                                            <p:txEl>
                                              <p:pRg st="11" end="11"/>
                                            </p:txEl>
                                          </p:spTgt>
                                        </p:tgtEl>
                                        <p:attrNameLst>
                                          <p:attrName>style.visibility</p:attrName>
                                        </p:attrNameLst>
                                      </p:cBhvr>
                                      <p:to>
                                        <p:strVal val="visible"/>
                                      </p:to>
                                    </p:set>
                                    <p:anim calcmode="lin" valueType="num">
                                      <p:cBhvr additive="base">
                                        <p:cTn id="41" dur="500" fill="hold"/>
                                        <p:tgtEl>
                                          <p:spTgt spid="425">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25">
                                            <p:txEl>
                                              <p:pRg st="11" end="11"/>
                                            </p:txEl>
                                          </p:spTgt>
                                        </p:tgtEl>
                                        <p:attrNameLst>
                                          <p:attrName>ppt_y</p:attrName>
                                        </p:attrNameLst>
                                      </p:cBhvr>
                                      <p:tavLst>
                                        <p:tav tm="0">
                                          <p:val>
                                            <p:strVal val="1+#ppt_h/2"/>
                                          </p:val>
                                        </p:tav>
                                        <p:tav tm="100000">
                                          <p:val>
                                            <p:strVal val="#ppt_y"/>
                                          </p:val>
                                        </p:tav>
                                      </p:tavLst>
                                    </p:anim>
                                  </p:childTnLst>
                                </p:cTn>
                              </p:par>
                            </p:childTnLst>
                          </p:cTn>
                        </p:par>
                        <p:par>
                          <p:cTn id="43" fill="hold">
                            <p:stCondLst>
                              <p:cond delay="4000"/>
                            </p:stCondLst>
                            <p:childTnLst>
                              <p:par>
                                <p:cTn id="44" presetID="2" presetClass="entr" presetSubtype="4" fill="hold" grpId="0" nodeType="afterEffect">
                                  <p:stCondLst>
                                    <p:cond delay="0"/>
                                  </p:stCondLst>
                                  <p:childTnLst>
                                    <p:set>
                                      <p:cBhvr>
                                        <p:cTn id="45" dur="1" fill="hold">
                                          <p:stCondLst>
                                            <p:cond delay="0"/>
                                          </p:stCondLst>
                                        </p:cTn>
                                        <p:tgtEl>
                                          <p:spTgt spid="425">
                                            <p:txEl>
                                              <p:pRg st="12" end="12"/>
                                            </p:txEl>
                                          </p:spTgt>
                                        </p:tgtEl>
                                        <p:attrNameLst>
                                          <p:attrName>style.visibility</p:attrName>
                                        </p:attrNameLst>
                                      </p:cBhvr>
                                      <p:to>
                                        <p:strVal val="visible"/>
                                      </p:to>
                                    </p:set>
                                    <p:anim calcmode="lin" valueType="num">
                                      <p:cBhvr additive="base">
                                        <p:cTn id="46" dur="500" fill="hold"/>
                                        <p:tgtEl>
                                          <p:spTgt spid="425">
                                            <p:txEl>
                                              <p:pRg st="12" end="1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25">
                                            <p:txEl>
                                              <p:pRg st="12" end="12"/>
                                            </p:txEl>
                                          </p:spTgt>
                                        </p:tgtEl>
                                        <p:attrNameLst>
                                          <p:attrName>ppt_y</p:attrName>
                                        </p:attrNameLst>
                                      </p:cBhvr>
                                      <p:tavLst>
                                        <p:tav tm="0">
                                          <p:val>
                                            <p:strVal val="1+#ppt_h/2"/>
                                          </p:val>
                                        </p:tav>
                                        <p:tav tm="100000">
                                          <p:val>
                                            <p:strVal val="#ppt_y"/>
                                          </p:val>
                                        </p:tav>
                                      </p:tavLst>
                                    </p:anim>
                                  </p:childTnLst>
                                </p:cTn>
                              </p:par>
                            </p:childTnLst>
                          </p:cTn>
                        </p:par>
                        <p:par>
                          <p:cTn id="48" fill="hold">
                            <p:stCondLst>
                              <p:cond delay="4500"/>
                            </p:stCondLst>
                            <p:childTnLst>
                              <p:par>
                                <p:cTn id="49" presetID="2" presetClass="entr" presetSubtype="4" fill="hold" grpId="0" nodeType="afterEffect">
                                  <p:stCondLst>
                                    <p:cond delay="0"/>
                                  </p:stCondLst>
                                  <p:childTnLst>
                                    <p:set>
                                      <p:cBhvr>
                                        <p:cTn id="50" dur="1" fill="hold">
                                          <p:stCondLst>
                                            <p:cond delay="0"/>
                                          </p:stCondLst>
                                        </p:cTn>
                                        <p:tgtEl>
                                          <p:spTgt spid="425">
                                            <p:txEl>
                                              <p:pRg st="14" end="14"/>
                                            </p:txEl>
                                          </p:spTgt>
                                        </p:tgtEl>
                                        <p:attrNameLst>
                                          <p:attrName>style.visibility</p:attrName>
                                        </p:attrNameLst>
                                      </p:cBhvr>
                                      <p:to>
                                        <p:strVal val="visible"/>
                                      </p:to>
                                    </p:set>
                                    <p:anim calcmode="lin" valueType="num">
                                      <p:cBhvr additive="base">
                                        <p:cTn id="51" dur="500" fill="hold"/>
                                        <p:tgtEl>
                                          <p:spTgt spid="425">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25">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 grpId="0"/>
      <p:bldP spid="42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6903" y="687517"/>
            <a:ext cx="5724600" cy="701665"/>
          </a:xfrm>
        </p:spPr>
        <p:txBody>
          <a:bodyPr/>
          <a:lstStyle/>
          <a:p>
            <a:r>
              <a:rPr lang="en-IN" sz="4400" dirty="0" smtClean="0"/>
              <a:t>COST CALCULATION</a:t>
            </a:r>
            <a:endParaRPr lang="en-IN" sz="4400" dirty="0"/>
          </a:p>
        </p:txBody>
      </p:sp>
      <p:sp>
        <p:nvSpPr>
          <p:cNvPr id="3" name="Subtitle 2"/>
          <p:cNvSpPr>
            <a:spLocks noGrp="1"/>
          </p:cNvSpPr>
          <p:nvPr>
            <p:ph type="subTitle" idx="1"/>
          </p:nvPr>
        </p:nvSpPr>
        <p:spPr>
          <a:xfrm>
            <a:off x="2021305" y="1389182"/>
            <a:ext cx="5410198" cy="2843083"/>
          </a:xfrm>
        </p:spPr>
        <p:txBody>
          <a:bodyPr/>
          <a:lstStyle/>
          <a:p>
            <a:r>
              <a:rPr lang="en-IN" dirty="0" smtClean="0"/>
              <a:t>EFFORT = </a:t>
            </a:r>
            <a:r>
              <a:rPr lang="en-IN" b="1" dirty="0" smtClean="0"/>
              <a:t>a(KLOC)^b</a:t>
            </a:r>
          </a:p>
          <a:p>
            <a:r>
              <a:rPr lang="en-IN" dirty="0" smtClean="0"/>
              <a:t>EFFORT = 2.4(1.1)^1.05 = </a:t>
            </a:r>
            <a:r>
              <a:rPr lang="en-IN" sz="1400" b="1" dirty="0" smtClean="0"/>
              <a:t>2.65</a:t>
            </a:r>
          </a:p>
          <a:p>
            <a:endParaRPr lang="en-IN" dirty="0"/>
          </a:p>
          <a:p>
            <a:r>
              <a:rPr lang="en-IN" dirty="0" smtClean="0"/>
              <a:t>TIME = </a:t>
            </a:r>
            <a:r>
              <a:rPr lang="en-IN" b="1" dirty="0" smtClean="0"/>
              <a:t>c(EFFORT)^d</a:t>
            </a:r>
          </a:p>
          <a:p>
            <a:r>
              <a:rPr lang="en-IN" dirty="0" smtClean="0"/>
              <a:t>TIME = 2.5(2.65)^0.38 = </a:t>
            </a:r>
            <a:r>
              <a:rPr lang="en-IN" sz="1400" b="1" dirty="0" smtClean="0"/>
              <a:t>3.6</a:t>
            </a:r>
          </a:p>
          <a:p>
            <a:endParaRPr lang="en-IN" dirty="0"/>
          </a:p>
          <a:p>
            <a:r>
              <a:rPr lang="en-IN" dirty="0" smtClean="0"/>
              <a:t>COST = </a:t>
            </a:r>
            <a:r>
              <a:rPr lang="en-IN" b="1" dirty="0" smtClean="0"/>
              <a:t>Cost per month * Man power * Time * Efforts</a:t>
            </a:r>
          </a:p>
          <a:p>
            <a:r>
              <a:rPr lang="en-IN" dirty="0" smtClean="0"/>
              <a:t>COST = 500 * 3 * 3.6 * 2.65 = </a:t>
            </a:r>
            <a:r>
              <a:rPr lang="en-IN" sz="1600" b="1" dirty="0" err="1" smtClean="0">
                <a:solidFill>
                  <a:srgbClr val="FFFF00"/>
                </a:solidFill>
              </a:rPr>
              <a:t>Rs</a:t>
            </a:r>
            <a:r>
              <a:rPr lang="en-IN" sz="1600" b="1" dirty="0" smtClean="0">
                <a:solidFill>
                  <a:srgbClr val="FFFF00"/>
                </a:solidFill>
              </a:rPr>
              <a:t>. 14,310</a:t>
            </a:r>
            <a:endParaRPr lang="en-IN" sz="1400" b="1" dirty="0">
              <a:solidFill>
                <a:srgbClr val="FFFF00"/>
              </a:solidFill>
            </a:endParaRPr>
          </a:p>
        </p:txBody>
      </p:sp>
    </p:spTree>
    <p:extLst>
      <p:ext uri="{BB962C8B-B14F-4D97-AF65-F5344CB8AC3E}">
        <p14:creationId xmlns:p14="http://schemas.microsoft.com/office/powerpoint/2010/main" val="51245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750"/>
                                        <p:tgtEl>
                                          <p:spTgt spid="2"/>
                                        </p:tgtEl>
                                      </p:cBhvr>
                                    </p:animEffect>
                                  </p:childTnLst>
                                </p:cTn>
                              </p:par>
                            </p:childTnLst>
                          </p:cTn>
                        </p:par>
                        <p:par>
                          <p:cTn id="8" fill="hold">
                            <p:stCondLst>
                              <p:cond delay="750"/>
                            </p:stCondLst>
                            <p:childTnLst>
                              <p:par>
                                <p:cTn id="9" presetID="2" presetClass="entr" presetSubtype="4"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250"/>
                            </p:stCondLst>
                            <p:childTnLst>
                              <p:par>
                                <p:cTn id="14" presetID="2" presetClass="entr" presetSubtype="4"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750"/>
                            </p:stCondLst>
                            <p:childTnLst>
                              <p:par>
                                <p:cTn id="19" presetID="2" presetClass="entr" presetSubtype="4"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23" fill="hold">
                            <p:stCondLst>
                              <p:cond delay="2250"/>
                            </p:stCondLst>
                            <p:childTnLst>
                              <p:par>
                                <p:cTn id="24" presetID="2" presetClass="entr" presetSubtype="4"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 calcmode="lin" valueType="num">
                                      <p:cBhvr additive="base">
                                        <p:cTn id="2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28" fill="hold">
                            <p:stCondLst>
                              <p:cond delay="2750"/>
                            </p:stCondLst>
                            <p:childTnLst>
                              <p:par>
                                <p:cTn id="29" presetID="2" presetClass="entr" presetSubtype="4"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33" fill="hold">
                            <p:stCondLst>
                              <p:cond delay="3250"/>
                            </p:stCondLst>
                            <p:childTnLst>
                              <p:par>
                                <p:cTn id="34" presetID="2" presetClass="entr" presetSubtype="4" fill="hold" grpId="0" nodeType="after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 calcmode="lin" valueType="num">
                                      <p:cBhvr additive="base">
                                        <p:cTn id="3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0"/>
          <p:cNvSpPr txBox="1">
            <a:spLocks noGrp="1"/>
          </p:cNvSpPr>
          <p:nvPr>
            <p:ph type="ctrTitle"/>
          </p:nvPr>
        </p:nvSpPr>
        <p:spPr>
          <a:xfrm flipH="1">
            <a:off x="6935803" y="819737"/>
            <a:ext cx="1514400" cy="34839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Nunito Sans Black"/>
              <a:buNone/>
            </a:pPr>
            <a:r>
              <a:rPr lang="es-ES" sz="3200" dirty="0" smtClean="0"/>
              <a:t>RISK </a:t>
            </a:r>
            <a:br>
              <a:rPr lang="es-ES" sz="3200" dirty="0" smtClean="0"/>
            </a:br>
            <a:r>
              <a:rPr lang="es-ES" sz="3200" dirty="0" smtClean="0"/>
              <a:t>ANALYSIS</a:t>
            </a:r>
            <a:endParaRPr sz="3200" dirty="0"/>
          </a:p>
        </p:txBody>
      </p:sp>
      <p:sp>
        <p:nvSpPr>
          <p:cNvPr id="390" name="Google Shape;390;p40"/>
          <p:cNvSpPr txBox="1">
            <a:spLocks noGrp="1"/>
          </p:cNvSpPr>
          <p:nvPr>
            <p:ph type="subTitle" idx="2"/>
          </p:nvPr>
        </p:nvSpPr>
        <p:spPr>
          <a:xfrm>
            <a:off x="856735" y="2242117"/>
            <a:ext cx="1680519" cy="8946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900"/>
              <a:buNone/>
            </a:pPr>
            <a:r>
              <a:rPr lang="es-ES" sz="1100" dirty="0" err="1" smtClean="0"/>
              <a:t>Physical</a:t>
            </a:r>
            <a:r>
              <a:rPr lang="es-ES" sz="1100" dirty="0" smtClean="0"/>
              <a:t> Security </a:t>
            </a:r>
            <a:r>
              <a:rPr lang="es-ES" sz="1100" dirty="0" err="1" smtClean="0"/>
              <a:t>measures</a:t>
            </a:r>
            <a:r>
              <a:rPr lang="es-ES" sz="1100" dirty="0" smtClean="0"/>
              <a:t> </a:t>
            </a:r>
            <a:r>
              <a:rPr lang="es-ES" sz="1100" dirty="0" err="1" smtClean="0"/>
              <a:t>such</a:t>
            </a:r>
            <a:r>
              <a:rPr lang="es-ES" sz="1100" dirty="0" smtClean="0"/>
              <a:t> as </a:t>
            </a:r>
            <a:r>
              <a:rPr lang="es-ES" sz="1100" dirty="0" err="1" smtClean="0"/>
              <a:t>locking</a:t>
            </a:r>
            <a:r>
              <a:rPr lang="es-ES" sz="1100" dirty="0" smtClean="0"/>
              <a:t> </a:t>
            </a:r>
            <a:r>
              <a:rPr lang="es-ES" sz="1100" dirty="0" err="1" smtClean="0"/>
              <a:t>cabinets</a:t>
            </a:r>
            <a:r>
              <a:rPr lang="es-ES" sz="1100" dirty="0"/>
              <a:t> </a:t>
            </a:r>
            <a:r>
              <a:rPr lang="es-ES" sz="1100" dirty="0" err="1" smtClean="0"/>
              <a:t>or</a:t>
            </a:r>
            <a:r>
              <a:rPr lang="es-ES" sz="1100" dirty="0" smtClean="0"/>
              <a:t> </a:t>
            </a:r>
            <a:r>
              <a:rPr lang="es-ES" sz="1100" dirty="0" err="1" smtClean="0"/>
              <a:t>secure</a:t>
            </a:r>
            <a:r>
              <a:rPr lang="es-ES" sz="1100" dirty="0" smtClean="0"/>
              <a:t> </a:t>
            </a:r>
            <a:r>
              <a:rPr lang="es-ES" sz="1100" dirty="0" err="1" smtClean="0"/>
              <a:t>keychains</a:t>
            </a:r>
            <a:r>
              <a:rPr lang="es-ES" sz="1100" dirty="0" smtClean="0"/>
              <a:t> </a:t>
            </a:r>
            <a:r>
              <a:rPr lang="es-ES" sz="1100" dirty="0" err="1" smtClean="0"/>
              <a:t>could</a:t>
            </a:r>
            <a:r>
              <a:rPr lang="es-ES" sz="1100" dirty="0" smtClean="0"/>
              <a:t> be </a:t>
            </a:r>
            <a:r>
              <a:rPr lang="es-ES" sz="1100" dirty="0" err="1" smtClean="0"/>
              <a:t>implemented</a:t>
            </a:r>
            <a:r>
              <a:rPr lang="es-ES" sz="1100" dirty="0" smtClean="0"/>
              <a:t>.</a:t>
            </a:r>
            <a:endParaRPr sz="1100" b="0" dirty="0">
              <a:solidFill>
                <a:srgbClr val="FFFFFF"/>
              </a:solidFill>
            </a:endParaRPr>
          </a:p>
        </p:txBody>
      </p:sp>
      <p:sp>
        <p:nvSpPr>
          <p:cNvPr id="391" name="Google Shape;391;p40"/>
          <p:cNvSpPr txBox="1">
            <a:spLocks noGrp="1"/>
          </p:cNvSpPr>
          <p:nvPr>
            <p:ph type="subTitle" idx="1"/>
          </p:nvPr>
        </p:nvSpPr>
        <p:spPr>
          <a:xfrm flipH="1">
            <a:off x="683627" y="1231061"/>
            <a:ext cx="1919529" cy="8232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sz="1800" b="1" dirty="0" err="1" smtClean="0"/>
              <a:t>Physical</a:t>
            </a:r>
            <a:r>
              <a:rPr lang="es-ES" sz="1800" b="1" dirty="0" smtClean="0"/>
              <a:t>  Security</a:t>
            </a:r>
            <a:endParaRPr sz="1800" b="1" dirty="0"/>
          </a:p>
        </p:txBody>
      </p:sp>
      <p:sp>
        <p:nvSpPr>
          <p:cNvPr id="392" name="Google Shape;392;p40"/>
          <p:cNvSpPr txBox="1">
            <a:spLocks noGrp="1"/>
          </p:cNvSpPr>
          <p:nvPr>
            <p:ph type="subTitle" idx="3"/>
          </p:nvPr>
        </p:nvSpPr>
        <p:spPr>
          <a:xfrm flipH="1">
            <a:off x="2930568" y="1214587"/>
            <a:ext cx="1514700" cy="8232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sz="1800" b="1" dirty="0" err="1" smtClean="0"/>
              <a:t>Compatibility</a:t>
            </a:r>
            <a:endParaRPr sz="1400" b="1" dirty="0"/>
          </a:p>
        </p:txBody>
      </p:sp>
      <p:sp>
        <p:nvSpPr>
          <p:cNvPr id="393" name="Google Shape;393;p40"/>
          <p:cNvSpPr txBox="1">
            <a:spLocks noGrp="1"/>
          </p:cNvSpPr>
          <p:nvPr>
            <p:ph type="subTitle" idx="5"/>
          </p:nvPr>
        </p:nvSpPr>
        <p:spPr>
          <a:xfrm flipH="1">
            <a:off x="4857411" y="1198110"/>
            <a:ext cx="1514700" cy="8232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sz="1800" b="1" dirty="0" smtClean="0"/>
              <a:t>Hacking</a:t>
            </a:r>
            <a:endParaRPr sz="1800" b="1" dirty="0"/>
          </a:p>
        </p:txBody>
      </p:sp>
      <p:sp>
        <p:nvSpPr>
          <p:cNvPr id="394" name="Google Shape;394;p40"/>
          <p:cNvSpPr txBox="1">
            <a:spLocks noGrp="1"/>
          </p:cNvSpPr>
          <p:nvPr>
            <p:ph type="subTitle" idx="4"/>
          </p:nvPr>
        </p:nvSpPr>
        <p:spPr>
          <a:xfrm>
            <a:off x="2947241" y="2266833"/>
            <a:ext cx="1514400" cy="894600"/>
          </a:xfrm>
          <a:prstGeom prst="rect">
            <a:avLst/>
          </a:prstGeom>
        </p:spPr>
        <p:txBody>
          <a:bodyPr spcFirstLastPara="1" wrap="square" lIns="68575" tIns="34275" rIns="68575" bIns="34275" anchor="t" anchorCtr="0">
            <a:noAutofit/>
          </a:bodyPr>
          <a:lstStyle/>
          <a:p>
            <a:pPr marL="0" lvl="0" indent="0" algn="ctr" rtl="0">
              <a:lnSpc>
                <a:spcPct val="90000"/>
              </a:lnSpc>
              <a:spcBef>
                <a:spcPts val="0"/>
              </a:spcBef>
              <a:spcAft>
                <a:spcPts val="0"/>
              </a:spcAft>
              <a:buNone/>
            </a:pPr>
            <a:r>
              <a:rPr lang="es-ES" sz="1100" dirty="0" err="1" smtClean="0">
                <a:solidFill>
                  <a:schemeClr val="lt1"/>
                </a:solidFill>
              </a:rPr>
              <a:t>The</a:t>
            </a:r>
            <a:r>
              <a:rPr lang="es-ES" sz="1100" dirty="0" smtClean="0">
                <a:solidFill>
                  <a:schemeClr val="lt1"/>
                </a:solidFill>
              </a:rPr>
              <a:t> Key </a:t>
            </a:r>
            <a:r>
              <a:rPr lang="es-ES" sz="1100" dirty="0" err="1" smtClean="0">
                <a:solidFill>
                  <a:schemeClr val="lt1"/>
                </a:solidFill>
              </a:rPr>
              <a:t>should</a:t>
            </a:r>
            <a:r>
              <a:rPr lang="es-ES" sz="1100" dirty="0" smtClean="0">
                <a:solidFill>
                  <a:schemeClr val="lt1"/>
                </a:solidFill>
              </a:rPr>
              <a:t> be </a:t>
            </a:r>
            <a:r>
              <a:rPr lang="es-ES" sz="1100" dirty="0" err="1" smtClean="0">
                <a:solidFill>
                  <a:schemeClr val="lt1"/>
                </a:solidFill>
              </a:rPr>
              <a:t>tested</a:t>
            </a:r>
            <a:r>
              <a:rPr lang="es-ES" sz="1100" dirty="0" smtClean="0">
                <a:solidFill>
                  <a:schemeClr val="lt1"/>
                </a:solidFill>
              </a:rPr>
              <a:t> </a:t>
            </a:r>
            <a:r>
              <a:rPr lang="es-ES" sz="1100" dirty="0" err="1" smtClean="0">
                <a:solidFill>
                  <a:schemeClr val="lt1"/>
                </a:solidFill>
              </a:rPr>
              <a:t>with</a:t>
            </a:r>
            <a:r>
              <a:rPr lang="es-ES" sz="1100" dirty="0" smtClean="0">
                <a:solidFill>
                  <a:schemeClr val="lt1"/>
                </a:solidFill>
              </a:rPr>
              <a:t> </a:t>
            </a:r>
            <a:r>
              <a:rPr lang="es-ES" sz="1100" dirty="0" err="1" smtClean="0">
                <a:solidFill>
                  <a:schemeClr val="lt1"/>
                </a:solidFill>
              </a:rPr>
              <a:t>various</a:t>
            </a:r>
            <a:r>
              <a:rPr lang="es-ES" sz="1100" dirty="0" smtClean="0">
                <a:solidFill>
                  <a:schemeClr val="lt1"/>
                </a:solidFill>
              </a:rPr>
              <a:t> </a:t>
            </a:r>
            <a:r>
              <a:rPr lang="es-ES" sz="1100" dirty="0" err="1" smtClean="0">
                <a:solidFill>
                  <a:schemeClr val="lt1"/>
                </a:solidFill>
              </a:rPr>
              <a:t>devices</a:t>
            </a:r>
            <a:r>
              <a:rPr lang="es-ES" sz="1100" dirty="0" smtClean="0">
                <a:solidFill>
                  <a:schemeClr val="lt1"/>
                </a:solidFill>
              </a:rPr>
              <a:t>, and </a:t>
            </a:r>
            <a:r>
              <a:rPr lang="es-ES" sz="1100" dirty="0" err="1" smtClean="0">
                <a:solidFill>
                  <a:schemeClr val="lt1"/>
                </a:solidFill>
              </a:rPr>
              <a:t>Compatibility</a:t>
            </a:r>
            <a:r>
              <a:rPr lang="es-ES" sz="1100" dirty="0" smtClean="0">
                <a:solidFill>
                  <a:schemeClr val="lt1"/>
                </a:solidFill>
              </a:rPr>
              <a:t> </a:t>
            </a:r>
            <a:r>
              <a:rPr lang="es-ES" sz="1100" dirty="0" err="1" smtClean="0">
                <a:solidFill>
                  <a:schemeClr val="lt1"/>
                </a:solidFill>
              </a:rPr>
              <a:t>issues</a:t>
            </a:r>
            <a:r>
              <a:rPr lang="es-ES" sz="1100" dirty="0" smtClean="0">
                <a:solidFill>
                  <a:schemeClr val="lt1"/>
                </a:solidFill>
              </a:rPr>
              <a:t> </a:t>
            </a:r>
            <a:r>
              <a:rPr lang="es-ES" sz="1100" dirty="0" err="1" smtClean="0">
                <a:solidFill>
                  <a:schemeClr val="lt1"/>
                </a:solidFill>
              </a:rPr>
              <a:t>should</a:t>
            </a:r>
            <a:r>
              <a:rPr lang="es-ES" sz="1100" dirty="0" smtClean="0">
                <a:solidFill>
                  <a:schemeClr val="lt1"/>
                </a:solidFill>
              </a:rPr>
              <a:t> be resolved </a:t>
            </a:r>
            <a:r>
              <a:rPr lang="es-ES" sz="1100" dirty="0" err="1" smtClean="0">
                <a:solidFill>
                  <a:schemeClr val="lt1"/>
                </a:solidFill>
              </a:rPr>
              <a:t>before</a:t>
            </a:r>
            <a:r>
              <a:rPr lang="es-ES" sz="1100" dirty="0" smtClean="0">
                <a:solidFill>
                  <a:schemeClr val="lt1"/>
                </a:solidFill>
              </a:rPr>
              <a:t> </a:t>
            </a:r>
            <a:r>
              <a:rPr lang="es-ES" sz="1100" dirty="0" err="1" smtClean="0">
                <a:solidFill>
                  <a:schemeClr val="lt1"/>
                </a:solidFill>
              </a:rPr>
              <a:t>deployment</a:t>
            </a:r>
            <a:r>
              <a:rPr lang="es-ES" sz="1100" dirty="0" smtClean="0">
                <a:solidFill>
                  <a:schemeClr val="lt1"/>
                </a:solidFill>
              </a:rPr>
              <a:t>.</a:t>
            </a:r>
            <a:endParaRPr sz="1100" dirty="0"/>
          </a:p>
        </p:txBody>
      </p:sp>
      <p:sp>
        <p:nvSpPr>
          <p:cNvPr id="395" name="Google Shape;395;p40"/>
          <p:cNvSpPr txBox="1">
            <a:spLocks noGrp="1"/>
          </p:cNvSpPr>
          <p:nvPr>
            <p:ph type="subTitle" idx="6"/>
          </p:nvPr>
        </p:nvSpPr>
        <p:spPr>
          <a:xfrm>
            <a:off x="4898797" y="2258594"/>
            <a:ext cx="1514400" cy="894600"/>
          </a:xfrm>
          <a:prstGeom prst="rect">
            <a:avLst/>
          </a:prstGeom>
        </p:spPr>
        <p:txBody>
          <a:bodyPr spcFirstLastPara="1" wrap="square" lIns="68575" tIns="34275" rIns="68575" bIns="34275" anchor="t" anchorCtr="0">
            <a:noAutofit/>
          </a:bodyPr>
          <a:lstStyle/>
          <a:p>
            <a:pPr marL="0" lvl="0" indent="0" algn="ctr" rtl="0">
              <a:lnSpc>
                <a:spcPct val="90000"/>
              </a:lnSpc>
              <a:spcBef>
                <a:spcPts val="0"/>
              </a:spcBef>
              <a:spcAft>
                <a:spcPts val="0"/>
              </a:spcAft>
              <a:buNone/>
            </a:pPr>
            <a:r>
              <a:rPr lang="es-ES" sz="1100" dirty="0" err="1" smtClean="0">
                <a:solidFill>
                  <a:schemeClr val="lt1"/>
                </a:solidFill>
              </a:rPr>
              <a:t>Strong</a:t>
            </a:r>
            <a:r>
              <a:rPr lang="es-ES" sz="1100" dirty="0" smtClean="0">
                <a:solidFill>
                  <a:schemeClr val="lt1"/>
                </a:solidFill>
              </a:rPr>
              <a:t> </a:t>
            </a:r>
            <a:r>
              <a:rPr lang="es-ES" sz="1100" dirty="0" err="1" smtClean="0">
                <a:solidFill>
                  <a:schemeClr val="lt1"/>
                </a:solidFill>
              </a:rPr>
              <a:t>Encryption</a:t>
            </a:r>
            <a:r>
              <a:rPr lang="es-ES" sz="1100" dirty="0" smtClean="0">
                <a:solidFill>
                  <a:schemeClr val="lt1"/>
                </a:solidFill>
              </a:rPr>
              <a:t> </a:t>
            </a:r>
            <a:r>
              <a:rPr lang="es-ES" sz="1100" dirty="0" err="1" smtClean="0">
                <a:solidFill>
                  <a:schemeClr val="lt1"/>
                </a:solidFill>
              </a:rPr>
              <a:t>methods</a:t>
            </a:r>
            <a:r>
              <a:rPr lang="es-ES" sz="1100" dirty="0" smtClean="0">
                <a:solidFill>
                  <a:schemeClr val="lt1"/>
                </a:solidFill>
              </a:rPr>
              <a:t> </a:t>
            </a:r>
            <a:r>
              <a:rPr lang="es-ES" sz="1100" dirty="0" err="1" smtClean="0">
                <a:solidFill>
                  <a:schemeClr val="lt1"/>
                </a:solidFill>
              </a:rPr>
              <a:t>could</a:t>
            </a:r>
            <a:r>
              <a:rPr lang="es-ES" sz="1100" dirty="0" smtClean="0">
                <a:solidFill>
                  <a:schemeClr val="lt1"/>
                </a:solidFill>
              </a:rPr>
              <a:t> be </a:t>
            </a:r>
            <a:r>
              <a:rPr lang="es-ES" sz="1100" dirty="0" err="1" smtClean="0">
                <a:solidFill>
                  <a:schemeClr val="lt1"/>
                </a:solidFill>
              </a:rPr>
              <a:t>used</a:t>
            </a:r>
            <a:r>
              <a:rPr lang="es-ES" sz="1100" dirty="0" smtClean="0">
                <a:solidFill>
                  <a:schemeClr val="lt1"/>
                </a:solidFill>
              </a:rPr>
              <a:t> and </a:t>
            </a:r>
            <a:r>
              <a:rPr lang="es-ES" sz="1100" dirty="0" err="1" smtClean="0">
                <a:solidFill>
                  <a:schemeClr val="lt1"/>
                </a:solidFill>
              </a:rPr>
              <a:t>the</a:t>
            </a:r>
            <a:r>
              <a:rPr lang="es-ES" sz="1100" dirty="0" smtClean="0">
                <a:solidFill>
                  <a:schemeClr val="lt1"/>
                </a:solidFill>
              </a:rPr>
              <a:t> </a:t>
            </a:r>
            <a:r>
              <a:rPr lang="es-ES" sz="1100" dirty="0" err="1" smtClean="0">
                <a:solidFill>
                  <a:schemeClr val="lt1"/>
                </a:solidFill>
              </a:rPr>
              <a:t>key</a:t>
            </a:r>
            <a:r>
              <a:rPr lang="es-ES" sz="1100" dirty="0" smtClean="0">
                <a:solidFill>
                  <a:schemeClr val="lt1"/>
                </a:solidFill>
              </a:rPr>
              <a:t> </a:t>
            </a:r>
            <a:r>
              <a:rPr lang="es-ES" sz="1100" dirty="0" err="1" smtClean="0">
                <a:solidFill>
                  <a:schemeClr val="lt1"/>
                </a:solidFill>
              </a:rPr>
              <a:t>should</a:t>
            </a:r>
            <a:r>
              <a:rPr lang="es-ES" sz="1100" dirty="0" smtClean="0">
                <a:solidFill>
                  <a:schemeClr val="lt1"/>
                </a:solidFill>
              </a:rPr>
              <a:t> be </a:t>
            </a:r>
            <a:r>
              <a:rPr lang="es-ES" sz="1100" dirty="0" err="1" smtClean="0">
                <a:solidFill>
                  <a:schemeClr val="lt1"/>
                </a:solidFill>
              </a:rPr>
              <a:t>regularly</a:t>
            </a:r>
            <a:r>
              <a:rPr lang="es-ES" sz="1100" dirty="0" smtClean="0">
                <a:solidFill>
                  <a:schemeClr val="lt1"/>
                </a:solidFill>
              </a:rPr>
              <a:t> </a:t>
            </a:r>
            <a:r>
              <a:rPr lang="es-ES" sz="1100" dirty="0" err="1" smtClean="0">
                <a:solidFill>
                  <a:schemeClr val="lt1"/>
                </a:solidFill>
              </a:rPr>
              <a:t>updated</a:t>
            </a:r>
            <a:r>
              <a:rPr lang="es-ES" sz="1100" dirty="0" smtClean="0">
                <a:solidFill>
                  <a:schemeClr val="lt1"/>
                </a:solidFill>
              </a:rPr>
              <a:t> </a:t>
            </a:r>
            <a:r>
              <a:rPr lang="es-ES" sz="1100" dirty="0" err="1" smtClean="0">
                <a:solidFill>
                  <a:schemeClr val="lt1"/>
                </a:solidFill>
              </a:rPr>
              <a:t>with</a:t>
            </a:r>
            <a:r>
              <a:rPr lang="es-ES" sz="1100" dirty="0" smtClean="0">
                <a:solidFill>
                  <a:schemeClr val="lt1"/>
                </a:solidFill>
              </a:rPr>
              <a:t> </a:t>
            </a:r>
            <a:r>
              <a:rPr lang="es-ES" sz="1100" dirty="0" err="1" smtClean="0">
                <a:solidFill>
                  <a:schemeClr val="lt1"/>
                </a:solidFill>
              </a:rPr>
              <a:t>the</a:t>
            </a:r>
            <a:r>
              <a:rPr lang="es-ES" sz="1100" dirty="0" smtClean="0">
                <a:solidFill>
                  <a:schemeClr val="lt1"/>
                </a:solidFill>
              </a:rPr>
              <a:t> </a:t>
            </a:r>
            <a:r>
              <a:rPr lang="es-ES" sz="1100" dirty="0" err="1" smtClean="0">
                <a:solidFill>
                  <a:schemeClr val="lt1"/>
                </a:solidFill>
              </a:rPr>
              <a:t>latest</a:t>
            </a:r>
            <a:r>
              <a:rPr lang="es-ES" sz="1100" dirty="0" smtClean="0">
                <a:solidFill>
                  <a:schemeClr val="lt1"/>
                </a:solidFill>
              </a:rPr>
              <a:t> </a:t>
            </a:r>
            <a:r>
              <a:rPr lang="es-ES" sz="1100" dirty="0" err="1" smtClean="0">
                <a:solidFill>
                  <a:schemeClr val="lt1"/>
                </a:solidFill>
              </a:rPr>
              <a:t>security</a:t>
            </a:r>
            <a:r>
              <a:rPr lang="es-ES" sz="1100" dirty="0" smtClean="0">
                <a:solidFill>
                  <a:schemeClr val="lt1"/>
                </a:solidFill>
              </a:rPr>
              <a:t> </a:t>
            </a:r>
            <a:r>
              <a:rPr lang="es-ES" sz="1100" dirty="0" err="1" smtClean="0">
                <a:solidFill>
                  <a:schemeClr val="lt1"/>
                </a:solidFill>
              </a:rPr>
              <a:t>patches</a:t>
            </a:r>
            <a:r>
              <a:rPr lang="es-ES" sz="1100" dirty="0" smtClean="0">
                <a:solidFill>
                  <a:schemeClr val="lt1"/>
                </a:solidFill>
              </a:rPr>
              <a:t>.</a:t>
            </a:r>
            <a:endParaRPr sz="1100" dirty="0"/>
          </a:p>
        </p:txBody>
      </p:sp>
    </p:spTree>
    <p:extLst>
      <p:ext uri="{BB962C8B-B14F-4D97-AF65-F5344CB8AC3E}">
        <p14:creationId xmlns:p14="http://schemas.microsoft.com/office/powerpoint/2010/main" val="163622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randombar(horizontal)">
                                      <p:cBhvr>
                                        <p:cTn id="7" dur="1000"/>
                                        <p:tgtEl>
                                          <p:spTgt spid="389"/>
                                        </p:tgtEl>
                                      </p:cBhvr>
                                    </p:animEffect>
                                  </p:childTnLst>
                                </p:cTn>
                              </p:par>
                            </p:childTnLst>
                          </p:cTn>
                        </p:par>
                        <p:par>
                          <p:cTn id="8" fill="hold">
                            <p:stCondLst>
                              <p:cond delay="1000"/>
                            </p:stCondLst>
                            <p:childTnLst>
                              <p:par>
                                <p:cTn id="9" presetID="2" presetClass="entr" presetSubtype="4" fill="hold" grpId="0" nodeType="afterEffect">
                                  <p:stCondLst>
                                    <p:cond delay="0"/>
                                  </p:stCondLst>
                                  <p:childTnLst>
                                    <p:set>
                                      <p:cBhvr>
                                        <p:cTn id="10" dur="1" fill="hold">
                                          <p:stCondLst>
                                            <p:cond delay="0"/>
                                          </p:stCondLst>
                                        </p:cTn>
                                        <p:tgtEl>
                                          <p:spTgt spid="391">
                                            <p:txEl>
                                              <p:pRg st="0" end="0"/>
                                            </p:txEl>
                                          </p:spTgt>
                                        </p:tgtEl>
                                        <p:attrNameLst>
                                          <p:attrName>style.visibility</p:attrName>
                                        </p:attrNameLst>
                                      </p:cBhvr>
                                      <p:to>
                                        <p:strVal val="visible"/>
                                      </p:to>
                                    </p:set>
                                    <p:anim calcmode="lin" valueType="num">
                                      <p:cBhvr additive="base">
                                        <p:cTn id="11" dur="500" fill="hold"/>
                                        <p:tgtEl>
                                          <p:spTgt spid="391">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1">
                                            <p:txEl>
                                              <p:pRg st="0" end="0"/>
                                            </p:txEl>
                                          </p:spTgt>
                                        </p:tgtEl>
                                        <p:attrNameLst>
                                          <p:attrName>ppt_y</p:attrName>
                                        </p:attrNameLst>
                                      </p:cBhvr>
                                      <p:tavLst>
                                        <p:tav tm="0">
                                          <p:val>
                                            <p:strVal val="1+#ppt_h/2"/>
                                          </p:val>
                                        </p:tav>
                                        <p:tav tm="100000">
                                          <p:val>
                                            <p:strVal val="#ppt_y"/>
                                          </p:val>
                                        </p:tav>
                                      </p:tavLst>
                                    </p:anim>
                                  </p:childTnLst>
                                </p:cTn>
                              </p:par>
                            </p:childTnLst>
                          </p:cTn>
                        </p:par>
                        <p:par>
                          <p:cTn id="13" fill="hold">
                            <p:stCondLst>
                              <p:cond delay="1500"/>
                            </p:stCondLst>
                            <p:childTnLst>
                              <p:par>
                                <p:cTn id="14" presetID="10" presetClass="entr" presetSubtype="0" fill="hold" grpId="0" nodeType="afterEffect">
                                  <p:stCondLst>
                                    <p:cond delay="0"/>
                                  </p:stCondLst>
                                  <p:childTnLst>
                                    <p:set>
                                      <p:cBhvr>
                                        <p:cTn id="15" dur="1" fill="hold">
                                          <p:stCondLst>
                                            <p:cond delay="0"/>
                                          </p:stCondLst>
                                        </p:cTn>
                                        <p:tgtEl>
                                          <p:spTgt spid="390">
                                            <p:txEl>
                                              <p:pRg st="0" end="0"/>
                                            </p:txEl>
                                          </p:spTgt>
                                        </p:tgtEl>
                                        <p:attrNameLst>
                                          <p:attrName>style.visibility</p:attrName>
                                        </p:attrNameLst>
                                      </p:cBhvr>
                                      <p:to>
                                        <p:strVal val="visible"/>
                                      </p:to>
                                    </p:set>
                                    <p:animEffect transition="in" filter="fade">
                                      <p:cBhvr>
                                        <p:cTn id="16" dur="500"/>
                                        <p:tgtEl>
                                          <p:spTgt spid="390">
                                            <p:txEl>
                                              <p:pRg st="0" end="0"/>
                                            </p:txEl>
                                          </p:spTgt>
                                        </p:tgtEl>
                                      </p:cBhvr>
                                    </p:animEffect>
                                  </p:childTnLst>
                                </p:cTn>
                              </p:par>
                            </p:childTnLst>
                          </p:cTn>
                        </p:par>
                        <p:par>
                          <p:cTn id="17" fill="hold">
                            <p:stCondLst>
                              <p:cond delay="2000"/>
                            </p:stCondLst>
                            <p:childTnLst>
                              <p:par>
                                <p:cTn id="18" presetID="2" presetClass="entr" presetSubtype="4" fill="hold" grpId="0" nodeType="afterEffect">
                                  <p:stCondLst>
                                    <p:cond delay="0"/>
                                  </p:stCondLst>
                                  <p:childTnLst>
                                    <p:set>
                                      <p:cBhvr>
                                        <p:cTn id="19" dur="1" fill="hold">
                                          <p:stCondLst>
                                            <p:cond delay="0"/>
                                          </p:stCondLst>
                                        </p:cTn>
                                        <p:tgtEl>
                                          <p:spTgt spid="392">
                                            <p:txEl>
                                              <p:pRg st="0" end="0"/>
                                            </p:txEl>
                                          </p:spTgt>
                                        </p:tgtEl>
                                        <p:attrNameLst>
                                          <p:attrName>style.visibility</p:attrName>
                                        </p:attrNameLst>
                                      </p:cBhvr>
                                      <p:to>
                                        <p:strVal val="visible"/>
                                      </p:to>
                                    </p:set>
                                    <p:anim calcmode="lin" valueType="num">
                                      <p:cBhvr additive="base">
                                        <p:cTn id="20" dur="500" fill="hold"/>
                                        <p:tgtEl>
                                          <p:spTgt spid="39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9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2500"/>
                            </p:stCondLst>
                            <p:childTnLst>
                              <p:par>
                                <p:cTn id="23" presetID="10" presetClass="entr" presetSubtype="0" fill="hold" grpId="0" nodeType="afterEffect">
                                  <p:stCondLst>
                                    <p:cond delay="0"/>
                                  </p:stCondLst>
                                  <p:childTnLst>
                                    <p:set>
                                      <p:cBhvr>
                                        <p:cTn id="24" dur="1" fill="hold">
                                          <p:stCondLst>
                                            <p:cond delay="0"/>
                                          </p:stCondLst>
                                        </p:cTn>
                                        <p:tgtEl>
                                          <p:spTgt spid="394">
                                            <p:txEl>
                                              <p:pRg st="0" end="0"/>
                                            </p:txEl>
                                          </p:spTgt>
                                        </p:tgtEl>
                                        <p:attrNameLst>
                                          <p:attrName>style.visibility</p:attrName>
                                        </p:attrNameLst>
                                      </p:cBhvr>
                                      <p:to>
                                        <p:strVal val="visible"/>
                                      </p:to>
                                    </p:set>
                                    <p:animEffect transition="in" filter="fade">
                                      <p:cBhvr>
                                        <p:cTn id="25" dur="500"/>
                                        <p:tgtEl>
                                          <p:spTgt spid="394">
                                            <p:txEl>
                                              <p:pRg st="0" end="0"/>
                                            </p:txEl>
                                          </p:spTgt>
                                        </p:tgtEl>
                                      </p:cBhvr>
                                    </p:animEffect>
                                  </p:childTnLst>
                                </p:cTn>
                              </p:par>
                            </p:childTnLst>
                          </p:cTn>
                        </p:par>
                        <p:par>
                          <p:cTn id="26" fill="hold">
                            <p:stCondLst>
                              <p:cond delay="3000"/>
                            </p:stCondLst>
                            <p:childTnLst>
                              <p:par>
                                <p:cTn id="27" presetID="2" presetClass="entr" presetSubtype="4" fill="hold" grpId="0" nodeType="afterEffect">
                                  <p:stCondLst>
                                    <p:cond delay="0"/>
                                  </p:stCondLst>
                                  <p:childTnLst>
                                    <p:set>
                                      <p:cBhvr>
                                        <p:cTn id="28" dur="1" fill="hold">
                                          <p:stCondLst>
                                            <p:cond delay="0"/>
                                          </p:stCondLst>
                                        </p:cTn>
                                        <p:tgtEl>
                                          <p:spTgt spid="393">
                                            <p:txEl>
                                              <p:pRg st="0" end="0"/>
                                            </p:txEl>
                                          </p:spTgt>
                                        </p:tgtEl>
                                        <p:attrNameLst>
                                          <p:attrName>style.visibility</p:attrName>
                                        </p:attrNameLst>
                                      </p:cBhvr>
                                      <p:to>
                                        <p:strVal val="visible"/>
                                      </p:to>
                                    </p:set>
                                    <p:anim calcmode="lin" valueType="num">
                                      <p:cBhvr additive="base">
                                        <p:cTn id="29" dur="500" fill="hold"/>
                                        <p:tgtEl>
                                          <p:spTgt spid="393">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3">
                                            <p:txEl>
                                              <p:pRg st="0" end="0"/>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500"/>
                            </p:stCondLst>
                            <p:childTnLst>
                              <p:par>
                                <p:cTn id="32" presetID="10" presetClass="entr" presetSubtype="0" fill="hold" grpId="0" nodeType="afterEffect">
                                  <p:stCondLst>
                                    <p:cond delay="0"/>
                                  </p:stCondLst>
                                  <p:childTnLst>
                                    <p:set>
                                      <p:cBhvr>
                                        <p:cTn id="33" dur="1" fill="hold">
                                          <p:stCondLst>
                                            <p:cond delay="0"/>
                                          </p:stCondLst>
                                        </p:cTn>
                                        <p:tgtEl>
                                          <p:spTgt spid="395">
                                            <p:txEl>
                                              <p:pRg st="0" end="0"/>
                                            </p:txEl>
                                          </p:spTgt>
                                        </p:tgtEl>
                                        <p:attrNameLst>
                                          <p:attrName>style.visibility</p:attrName>
                                        </p:attrNameLst>
                                      </p:cBhvr>
                                      <p:to>
                                        <p:strVal val="visible"/>
                                      </p:to>
                                    </p:set>
                                    <p:animEffect transition="in" filter="fade">
                                      <p:cBhvr>
                                        <p:cTn id="34" dur="500"/>
                                        <p:tgtEl>
                                          <p:spTgt spid="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 grpId="0"/>
      <p:bldP spid="390" grpId="0" build="p"/>
      <p:bldP spid="391" grpId="0" build="p"/>
      <p:bldP spid="392" grpId="0" build="p"/>
      <p:bldP spid="393" grpId="0" build="p"/>
      <p:bldP spid="394" grpId="0" build="p"/>
      <p:bldP spid="39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Google Shape;410;p41"/>
          <p:cNvSpPr txBox="1">
            <a:spLocks noGrp="1"/>
          </p:cNvSpPr>
          <p:nvPr>
            <p:ph type="ctrTitle"/>
          </p:nvPr>
        </p:nvSpPr>
        <p:spPr>
          <a:xfrm>
            <a:off x="4140869" y="80794"/>
            <a:ext cx="2966700" cy="1241700"/>
          </a:xfrm>
          <a:prstGeom prst="rect">
            <a:avLst/>
          </a:prstGeom>
          <a:noFill/>
          <a:ln>
            <a:noFill/>
          </a:ln>
        </p:spPr>
        <p:txBody>
          <a:bodyPr spcFirstLastPara="1" wrap="square" lIns="68575" tIns="34275" rIns="68575" bIns="34275" anchor="b" anchorCtr="0">
            <a:noAutofit/>
          </a:bodyPr>
          <a:lstStyle/>
          <a:p>
            <a:pPr marL="0" lvl="0" indent="0" algn="r" rtl="0">
              <a:lnSpc>
                <a:spcPct val="90000"/>
              </a:lnSpc>
              <a:spcBef>
                <a:spcPts val="0"/>
              </a:spcBef>
              <a:spcAft>
                <a:spcPts val="0"/>
              </a:spcAft>
              <a:buClr>
                <a:schemeClr val="accent6"/>
              </a:buClr>
              <a:buSzPts val="2100"/>
              <a:buFont typeface="Nunito Sans Black"/>
              <a:buNone/>
            </a:pPr>
            <a:r>
              <a:rPr lang="es-ES" sz="3200" b="1" dirty="0" smtClean="0">
                <a:solidFill>
                  <a:schemeClr val="accent6"/>
                </a:solidFill>
              </a:rPr>
              <a:t>METHODOLOGY</a:t>
            </a:r>
            <a:endParaRPr sz="3200" b="1" dirty="0">
              <a:solidFill>
                <a:schemeClr val="accent6"/>
              </a:solidFill>
            </a:endParaRPr>
          </a:p>
        </p:txBody>
      </p:sp>
      <p:sp>
        <p:nvSpPr>
          <p:cNvPr id="411" name="Google Shape;411;p41"/>
          <p:cNvSpPr txBox="1">
            <a:spLocks noGrp="1"/>
          </p:cNvSpPr>
          <p:nvPr>
            <p:ph type="subTitle" idx="1"/>
          </p:nvPr>
        </p:nvSpPr>
        <p:spPr>
          <a:xfrm>
            <a:off x="4252079" y="2325085"/>
            <a:ext cx="3507963" cy="10044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100"/>
              <a:buNone/>
            </a:pPr>
            <a:r>
              <a:rPr lang="es-ES" sz="1200" b="1" dirty="0" err="1" smtClean="0"/>
              <a:t>The</a:t>
            </a:r>
            <a:r>
              <a:rPr lang="es-ES" sz="1200" b="1" dirty="0" smtClean="0"/>
              <a:t> </a:t>
            </a:r>
            <a:r>
              <a:rPr lang="es-ES" sz="1200" b="1" dirty="0" err="1" smtClean="0"/>
              <a:t>Waterfall</a:t>
            </a:r>
            <a:r>
              <a:rPr lang="es-ES" sz="1200" b="1" dirty="0" smtClean="0"/>
              <a:t> </a:t>
            </a:r>
            <a:r>
              <a:rPr lang="es-ES" sz="1200" b="1" dirty="0" err="1" smtClean="0"/>
              <a:t>Model</a:t>
            </a:r>
            <a:r>
              <a:rPr lang="es-ES" sz="1200" b="1" dirty="0" smtClean="0"/>
              <a:t> </a:t>
            </a:r>
            <a:r>
              <a:rPr lang="es-ES" sz="1200" b="1" dirty="0" err="1" smtClean="0"/>
              <a:t>is</a:t>
            </a:r>
            <a:r>
              <a:rPr lang="es-ES" sz="1200" b="1" dirty="0" smtClean="0"/>
              <a:t> a </a:t>
            </a:r>
            <a:r>
              <a:rPr lang="es-ES" sz="1200" b="1" dirty="0" err="1" smtClean="0"/>
              <a:t>sequential</a:t>
            </a:r>
            <a:r>
              <a:rPr lang="es-ES" sz="1200" b="1" dirty="0" smtClean="0"/>
              <a:t> </a:t>
            </a:r>
            <a:r>
              <a:rPr lang="es-ES" sz="1200" b="1" dirty="0" err="1" smtClean="0"/>
              <a:t>project</a:t>
            </a:r>
            <a:endParaRPr lang="es-ES" sz="1200" b="1" dirty="0" smtClean="0"/>
          </a:p>
          <a:p>
            <a:pPr marL="0" lvl="0" indent="0" algn="ctr" rtl="0">
              <a:lnSpc>
                <a:spcPct val="90000"/>
              </a:lnSpc>
              <a:spcBef>
                <a:spcPts val="0"/>
              </a:spcBef>
              <a:spcAft>
                <a:spcPts val="0"/>
              </a:spcAft>
              <a:buClr>
                <a:schemeClr val="dk1"/>
              </a:buClr>
              <a:buSzPts val="1100"/>
              <a:buNone/>
            </a:pPr>
            <a:r>
              <a:rPr lang="es-ES" sz="1200" b="1" dirty="0" smtClean="0"/>
              <a:t> </a:t>
            </a:r>
            <a:r>
              <a:rPr lang="es-ES" sz="1200" b="1" dirty="0" err="1" smtClean="0"/>
              <a:t>management</a:t>
            </a:r>
            <a:r>
              <a:rPr lang="es-ES" sz="1200" b="1" dirty="0" smtClean="0"/>
              <a:t> </a:t>
            </a:r>
            <a:r>
              <a:rPr lang="es-ES" sz="1200" b="1" dirty="0" err="1" smtClean="0"/>
              <a:t>approach</a:t>
            </a:r>
            <a:r>
              <a:rPr lang="es-ES" sz="1200" b="1" dirty="0" smtClean="0"/>
              <a:t> </a:t>
            </a:r>
            <a:r>
              <a:rPr lang="es-ES" sz="1200" b="1" dirty="0" err="1" smtClean="0"/>
              <a:t>where</a:t>
            </a:r>
            <a:r>
              <a:rPr lang="es-ES" sz="1200" b="1" dirty="0" smtClean="0"/>
              <a:t> </a:t>
            </a:r>
            <a:r>
              <a:rPr lang="es-ES" sz="1200" b="1" dirty="0" err="1" smtClean="0"/>
              <a:t>each</a:t>
            </a:r>
            <a:r>
              <a:rPr lang="es-ES" sz="1200" b="1" dirty="0" smtClean="0"/>
              <a:t> </a:t>
            </a:r>
            <a:r>
              <a:rPr lang="es-ES" sz="1200" b="1" dirty="0" err="1" smtClean="0"/>
              <a:t>phase</a:t>
            </a:r>
            <a:r>
              <a:rPr lang="es-ES" sz="1200" b="1" dirty="0" smtClean="0"/>
              <a:t> </a:t>
            </a:r>
            <a:r>
              <a:rPr lang="es-ES" sz="1200" b="1" dirty="0" err="1" smtClean="0"/>
              <a:t>is</a:t>
            </a:r>
            <a:r>
              <a:rPr lang="es-ES" sz="1200" b="1" dirty="0" smtClean="0"/>
              <a:t> </a:t>
            </a:r>
            <a:r>
              <a:rPr lang="es-ES" sz="1200" b="1" dirty="0" err="1" smtClean="0"/>
              <a:t>completed</a:t>
            </a:r>
            <a:r>
              <a:rPr lang="es-ES" sz="1200" b="1" dirty="0" smtClean="0"/>
              <a:t> </a:t>
            </a:r>
            <a:r>
              <a:rPr lang="es-ES" sz="1200" b="1" dirty="0" err="1" smtClean="0"/>
              <a:t>before</a:t>
            </a:r>
            <a:r>
              <a:rPr lang="es-ES" sz="1200" b="1" dirty="0" smtClean="0"/>
              <a:t> </a:t>
            </a:r>
            <a:r>
              <a:rPr lang="es-ES" sz="1200" b="1" dirty="0" err="1" smtClean="0"/>
              <a:t>moving</a:t>
            </a:r>
            <a:r>
              <a:rPr lang="es-ES" sz="1200" b="1" dirty="0" smtClean="0"/>
              <a:t> </a:t>
            </a:r>
            <a:r>
              <a:rPr lang="es-ES" sz="1200" b="1" dirty="0" err="1" smtClean="0"/>
              <a:t>to</a:t>
            </a:r>
            <a:r>
              <a:rPr lang="es-ES" sz="1200" b="1" dirty="0" smtClean="0"/>
              <a:t> </a:t>
            </a:r>
            <a:r>
              <a:rPr lang="es-ES" sz="1200" b="1" dirty="0" err="1" smtClean="0"/>
              <a:t>the</a:t>
            </a:r>
            <a:r>
              <a:rPr lang="es-ES" sz="1200" b="1" dirty="0" smtClean="0"/>
              <a:t> </a:t>
            </a:r>
            <a:r>
              <a:rPr lang="es-ES" sz="1200" b="1" dirty="0" err="1" smtClean="0"/>
              <a:t>next</a:t>
            </a:r>
            <a:r>
              <a:rPr lang="es-ES" sz="1200" b="1" dirty="0" smtClean="0"/>
              <a:t>, </a:t>
            </a:r>
            <a:r>
              <a:rPr lang="es-ES" sz="1200" b="1" dirty="0" err="1" smtClean="0"/>
              <a:t>ensuring</a:t>
            </a:r>
            <a:r>
              <a:rPr lang="es-ES" sz="1200" b="1" dirty="0" smtClean="0"/>
              <a:t> a linear </a:t>
            </a:r>
            <a:r>
              <a:rPr lang="es-ES" sz="1200" b="1" dirty="0" err="1" smtClean="0"/>
              <a:t>flow</a:t>
            </a:r>
            <a:r>
              <a:rPr lang="es-ES" sz="1200" b="1" dirty="0" smtClean="0"/>
              <a:t> of </a:t>
            </a:r>
            <a:r>
              <a:rPr lang="es-ES" sz="1200" b="1" dirty="0" err="1" smtClean="0"/>
              <a:t>development</a:t>
            </a:r>
            <a:r>
              <a:rPr lang="es-ES" sz="1200" b="1" dirty="0" smtClean="0"/>
              <a:t> </a:t>
            </a:r>
            <a:r>
              <a:rPr lang="es-ES" sz="1200" b="1" dirty="0" err="1" smtClean="0"/>
              <a:t>activities</a:t>
            </a:r>
            <a:endParaRPr sz="1200" b="1" dirty="0"/>
          </a:p>
        </p:txBody>
      </p:sp>
      <p:cxnSp>
        <p:nvCxnSpPr>
          <p:cNvPr id="412" name="Google Shape;412;p41"/>
          <p:cNvCxnSpPr/>
          <p:nvPr/>
        </p:nvCxnSpPr>
        <p:spPr>
          <a:xfrm>
            <a:off x="840260" y="-280086"/>
            <a:ext cx="0" cy="5494637"/>
          </a:xfrm>
          <a:prstGeom prst="straightConnector1">
            <a:avLst/>
          </a:prstGeom>
          <a:noFill/>
          <a:ln w="28575" cap="flat" cmpd="sng">
            <a:solidFill>
              <a:srgbClr val="FFFFFF"/>
            </a:solidFill>
            <a:prstDash val="solid"/>
            <a:miter lim="800000"/>
            <a:headEnd type="none" w="sm" len="sm"/>
            <a:tailEnd type="none" w="sm" len="sm"/>
          </a:ln>
        </p:spPr>
      </p:cxnSp>
      <p:sp>
        <p:nvSpPr>
          <p:cNvPr id="413" name="Google Shape;413;p41"/>
          <p:cNvSpPr/>
          <p:nvPr/>
        </p:nvSpPr>
        <p:spPr>
          <a:xfrm>
            <a:off x="0" y="2124503"/>
            <a:ext cx="643947" cy="2409965"/>
          </a:xfrm>
          <a:custGeom>
            <a:avLst/>
            <a:gdLst/>
            <a:ahLst/>
            <a:cxnLst/>
            <a:rect l="l" t="t" r="r" b="b"/>
            <a:pathLst>
              <a:path w="2629" h="9839" extrusionOk="0">
                <a:moveTo>
                  <a:pt x="1" y="1"/>
                </a:moveTo>
                <a:lnTo>
                  <a:pt x="1" y="9838"/>
                </a:lnTo>
                <a:cubicBezTo>
                  <a:pt x="2575" y="7531"/>
                  <a:pt x="2628" y="5640"/>
                  <a:pt x="289" y="589"/>
                </a:cubicBezTo>
                <a:cubicBezTo>
                  <a:pt x="204" y="385"/>
                  <a:pt x="97" y="193"/>
                  <a:pt x="1" y="1"/>
                </a:cubicBezTo>
                <a:close/>
              </a:path>
            </a:pathLst>
          </a:custGeom>
          <a:gradFill>
            <a:gsLst>
              <a:gs pos="0">
                <a:srgbClr val="0C2E3A"/>
              </a:gs>
              <a:gs pos="100000">
                <a:srgbClr val="110F16"/>
              </a:gs>
            </a:gsLst>
            <a:path path="circle">
              <a:fillToRect l="50000" t="50000" r="50000" b="50000"/>
            </a:path>
            <a:tileRect/>
          </a:gradFill>
          <a:ln>
            <a:noFill/>
          </a:ln>
          <a:effectLst>
            <a:outerShdw blurRad="114300" dist="247650" dir="162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1"/>
          <p:cNvSpPr/>
          <p:nvPr/>
        </p:nvSpPr>
        <p:spPr>
          <a:xfrm>
            <a:off x="0" y="3075"/>
            <a:ext cx="1944089" cy="1397138"/>
          </a:xfrm>
          <a:custGeom>
            <a:avLst/>
            <a:gdLst/>
            <a:ahLst/>
            <a:cxnLst/>
            <a:rect l="l" t="t" r="r" b="b"/>
            <a:pathLst>
              <a:path w="7937" h="5704" extrusionOk="0">
                <a:moveTo>
                  <a:pt x="1" y="0"/>
                </a:moveTo>
                <a:lnTo>
                  <a:pt x="1" y="5704"/>
                </a:lnTo>
                <a:cubicBezTo>
                  <a:pt x="214" y="5533"/>
                  <a:pt x="482" y="5362"/>
                  <a:pt x="823" y="5191"/>
                </a:cubicBezTo>
                <a:cubicBezTo>
                  <a:pt x="3312" y="3898"/>
                  <a:pt x="620" y="1677"/>
                  <a:pt x="2062" y="620"/>
                </a:cubicBezTo>
                <a:cubicBezTo>
                  <a:pt x="2291" y="452"/>
                  <a:pt x="2522" y="383"/>
                  <a:pt x="2754" y="383"/>
                </a:cubicBezTo>
                <a:cubicBezTo>
                  <a:pt x="3797" y="383"/>
                  <a:pt x="4869" y="1766"/>
                  <a:pt x="5903" y="1766"/>
                </a:cubicBezTo>
                <a:cubicBezTo>
                  <a:pt x="6091" y="1766"/>
                  <a:pt x="6278" y="1720"/>
                  <a:pt x="6463" y="1613"/>
                </a:cubicBezTo>
                <a:cubicBezTo>
                  <a:pt x="7040" y="1282"/>
                  <a:pt x="7488" y="620"/>
                  <a:pt x="7937" y="0"/>
                </a:cubicBezTo>
                <a:close/>
              </a:path>
            </a:pathLst>
          </a:custGeom>
          <a:gradFill>
            <a:gsLst>
              <a:gs pos="0">
                <a:srgbClr val="0C2E3A"/>
              </a:gs>
              <a:gs pos="100000">
                <a:srgbClr val="110F16"/>
              </a:gs>
            </a:gsLst>
            <a:path path="circle">
              <a:fillToRect l="50000" t="50000" r="50000" b="50000"/>
            </a:path>
            <a:tileRect/>
          </a:gradFill>
          <a:ln>
            <a:noFill/>
          </a:ln>
          <a:effectLst>
            <a:outerShdw blurRad="114300" dist="76200" dir="14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 name="Google Shape;412;p41"/>
          <p:cNvCxnSpPr/>
          <p:nvPr/>
        </p:nvCxnSpPr>
        <p:spPr>
          <a:xfrm flipH="1">
            <a:off x="3694671" y="3075"/>
            <a:ext cx="65892" cy="5211476"/>
          </a:xfrm>
          <a:prstGeom prst="straightConnector1">
            <a:avLst/>
          </a:prstGeom>
          <a:noFill/>
          <a:ln w="28575" cap="flat" cmpd="sng">
            <a:solidFill>
              <a:srgbClr val="FFFFFF"/>
            </a:solidFill>
            <a:prstDash val="solid"/>
            <a:miter lim="800000"/>
            <a:headEnd type="none" w="sm" len="sm"/>
            <a:tailEnd type="none" w="sm" len="sm"/>
          </a:ln>
        </p:spPr>
      </p:cxnSp>
      <p:pic>
        <p:nvPicPr>
          <p:cNvPr id="13" name="Picture 12"/>
          <p:cNvPicPr>
            <a:picLocks noChangeAspect="1"/>
          </p:cNvPicPr>
          <p:nvPr/>
        </p:nvPicPr>
        <p:blipFill>
          <a:blip r:embed="rId3">
            <a:extLst>
              <a:ext uri="{BEBA8EAE-BF5A-486C-A8C5-ECC9F3942E4B}">
                <a14:imgProps xmlns:a14="http://schemas.microsoft.com/office/drawing/2010/main">
                  <a14:imgLayer r:embed="rId4">
                    <a14:imgEffect>
                      <a14:backgroundRemoval t="0" b="98250" l="1000" r="95800">
                        <a14:foregroundMark x1="10600" y1="13000" x2="10600" y2="13000"/>
                        <a14:foregroundMark x1="14600" y1="10000" x2="14600" y2="10000"/>
                        <a14:foregroundMark x1="25400" y1="9250" x2="25400" y2="9250"/>
                        <a14:foregroundMark x1="27600" y1="25750" x2="27600" y2="25750"/>
                        <a14:foregroundMark x1="32600" y1="43250" x2="32600" y2="43250"/>
                        <a14:foregroundMark x1="39000" y1="45500" x2="39000" y2="45500"/>
                        <a14:foregroundMark x1="44000" y1="43000" x2="44000" y2="43000"/>
                        <a14:foregroundMark x1="35000" y1="40000" x2="35000" y2="40000"/>
                        <a14:foregroundMark x1="24400" y1="38500" x2="24400" y2="38500"/>
                        <a14:foregroundMark x1="21800" y1="41500" x2="21800" y2="41500"/>
                        <a14:foregroundMark x1="16800" y1="28250" x2="16800" y2="28250"/>
                        <a14:foregroundMark x1="31600" y1="27750" x2="31600" y2="27750"/>
                        <a14:foregroundMark x1="19600" y1="26000" x2="19600" y2="26000"/>
                        <a14:foregroundMark x1="28000" y1="45500" x2="28000" y2="45500"/>
                        <a14:foregroundMark x1="40600" y1="77000" x2="40600" y2="77000"/>
                        <a14:foregroundMark x1="36200" y1="75000" x2="36200" y2="75000"/>
                        <a14:foregroundMark x1="53400" y1="90750" x2="53400" y2="90750"/>
                        <a14:foregroundMark x1="71600" y1="91750" x2="71600" y2="91750"/>
                        <a14:foregroundMark x1="67400" y1="91750" x2="67400" y2="91750"/>
                        <a14:foregroundMark x1="60200" y1="88500" x2="60200" y2="88500"/>
                        <a14:foregroundMark x1="30400" y1="45250" x2="30400" y2="45250"/>
                        <a14:foregroundMark x1="6000" y1="7750" x2="6000" y2="7750"/>
                        <a14:foregroundMark x1="7800" y1="11000" x2="7800" y2="11000"/>
                        <a14:foregroundMark x1="12800" y1="8250" x2="12800" y2="8250"/>
                        <a14:foregroundMark x1="20600" y1="6750" x2="20600" y2="6750"/>
                        <a14:foregroundMark x1="25400" y1="6000" x2="25400" y2="6000"/>
                        <a14:foregroundMark x1="16000" y1="5250" x2="16000" y2="5250"/>
                        <a14:foregroundMark x1="36000" y1="46250" x2="36000" y2="46250"/>
                        <a14:foregroundMark x1="51800" y1="79250" x2="51800" y2="79250"/>
                        <a14:foregroundMark x1="35800" y1="17250" x2="35800" y2="17250"/>
                        <a14:foregroundMark x1="34600" y1="16000" x2="34600" y2="16000"/>
                        <a14:foregroundMark x1="42400" y1="33750" x2="42400" y2="33750"/>
                        <a14:foregroundMark x1="40000" y1="29000" x2="40000" y2="29000"/>
                        <a14:foregroundMark x1="32200" y1="10750" x2="32200" y2="10750"/>
                        <a14:foregroundMark x1="50600" y1="49750" x2="50600" y2="49750"/>
                        <a14:foregroundMark x1="60200" y1="67000" x2="60200" y2="67000"/>
                        <a14:foregroundMark x1="69400" y1="82500" x2="69400" y2="82500"/>
                        <a14:foregroundMark x1="43800" y1="45750" x2="43800" y2="45750"/>
                        <a14:foregroundMark x1="19400" y1="40000" x2="19400" y2="40000"/>
                        <a14:foregroundMark x1="29200" y1="40000" x2="29200" y2="40000"/>
                        <a14:foregroundMark x1="21000" y1="24500" x2="21000" y2="24500"/>
                        <a14:foregroundMark x1="17000" y1="13000" x2="17000" y2="13000"/>
                        <a14:foregroundMark x1="19400" y1="9250" x2="19400" y2="9250"/>
                        <a14:foregroundMark x1="6600" y1="6250" x2="6600" y2="6250"/>
                        <a14:foregroundMark x1="64600" y1="87250" x2="64600" y2="87250"/>
                        <a14:foregroundMark x1="59600" y1="76000" x2="59600" y2="76000"/>
                      </a14:backgroundRemoval>
                    </a14:imgEffect>
                  </a14:imgLayer>
                </a14:imgProps>
              </a:ext>
            </a:extLst>
          </a:blip>
          <a:stretch>
            <a:fillRect/>
          </a:stretch>
        </p:blipFill>
        <p:spPr>
          <a:xfrm>
            <a:off x="972044" y="1052248"/>
            <a:ext cx="3466356" cy="2773085"/>
          </a:xfrm>
          <a:prstGeom prst="rect">
            <a:avLst/>
          </a:prstGeom>
        </p:spPr>
      </p:pic>
      <p:sp>
        <p:nvSpPr>
          <p:cNvPr id="15" name="Google Shape;410;p41"/>
          <p:cNvSpPr txBox="1">
            <a:spLocks/>
          </p:cNvSpPr>
          <p:nvPr/>
        </p:nvSpPr>
        <p:spPr>
          <a:xfrm>
            <a:off x="4655734" y="1147466"/>
            <a:ext cx="2700655" cy="977037"/>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R="0" lvl="0" algn="r" rtl="0">
              <a:lnSpc>
                <a:spcPct val="90000"/>
              </a:lnSpc>
              <a:spcBef>
                <a:spcPts val="0"/>
              </a:spcBef>
              <a:spcAft>
                <a:spcPts val="0"/>
              </a:spcAft>
              <a:buClr>
                <a:srgbClr val="FFFFFF"/>
              </a:buClr>
              <a:buSzPts val="2100"/>
              <a:buFont typeface="Squada One"/>
              <a:buNone/>
              <a:defRPr sz="2100" b="0" i="0" u="none" strike="noStrike" cap="none">
                <a:solidFill>
                  <a:srgbClr val="FFFFFF"/>
                </a:solidFill>
                <a:latin typeface="Squada One"/>
                <a:ea typeface="Squada One"/>
                <a:cs typeface="Squada One"/>
                <a:sym typeface="Squada One"/>
              </a:defRPr>
            </a:lvl1pPr>
            <a:lvl2pPr marR="0" lvl="1"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1100"/>
              <a:buFont typeface="Arial"/>
              <a:buNone/>
              <a:defRPr sz="1400" b="1" i="0" u="none" strike="noStrike" cap="none">
                <a:solidFill>
                  <a:srgbClr val="FFFFFF"/>
                </a:solidFill>
                <a:latin typeface="Arial"/>
                <a:ea typeface="Arial"/>
                <a:cs typeface="Arial"/>
                <a:sym typeface="Arial"/>
              </a:defRPr>
            </a:lvl9pPr>
          </a:lstStyle>
          <a:p>
            <a:pPr algn="ctr">
              <a:buClr>
                <a:schemeClr val="accent6"/>
              </a:buClr>
              <a:buFont typeface="Nunito Sans Black"/>
              <a:buNone/>
            </a:pPr>
            <a:r>
              <a:rPr lang="es-ES" sz="2000" b="1" dirty="0" err="1" smtClean="0">
                <a:solidFill>
                  <a:srgbClr val="FFFF00"/>
                </a:solidFill>
                <a:latin typeface="Calibri" pitchFamily="34" charset="0"/>
                <a:cs typeface="Calibri" pitchFamily="34" charset="0"/>
              </a:rPr>
              <a:t>Waterfall</a:t>
            </a:r>
            <a:r>
              <a:rPr lang="es-ES" sz="2000" b="1" dirty="0" smtClean="0">
                <a:solidFill>
                  <a:srgbClr val="FFFF00"/>
                </a:solidFill>
                <a:latin typeface="Calibri" pitchFamily="34" charset="0"/>
                <a:cs typeface="Calibri" pitchFamily="34" charset="0"/>
              </a:rPr>
              <a:t> </a:t>
            </a:r>
            <a:r>
              <a:rPr lang="es-ES" sz="2000" b="1" dirty="0" err="1" smtClean="0">
                <a:solidFill>
                  <a:srgbClr val="FFFF00"/>
                </a:solidFill>
                <a:latin typeface="Calibri" pitchFamily="34" charset="0"/>
                <a:cs typeface="Calibri" pitchFamily="34" charset="0"/>
              </a:rPr>
              <a:t>Model</a:t>
            </a:r>
            <a:endParaRPr lang="es-ES" sz="2000" b="1" dirty="0">
              <a:solidFill>
                <a:srgbClr val="FFFF00"/>
              </a:solidFill>
              <a:latin typeface="Calibri" pitchFamily="34" charset="0"/>
              <a:cs typeface="Calibri" pitchFamily="34" charset="0"/>
            </a:endParaRPr>
          </a:p>
        </p:txBody>
      </p:sp>
    </p:spTree>
    <p:extLst>
      <p:ext uri="{BB962C8B-B14F-4D97-AF65-F5344CB8AC3E}">
        <p14:creationId xmlns:p14="http://schemas.microsoft.com/office/powerpoint/2010/main" val="413062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randombar(horizontal)">
                                      <p:cBhvr>
                                        <p:cTn id="7" dur="1000"/>
                                        <p:tgtEl>
                                          <p:spTgt spid="410"/>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750"/>
                                        <p:tgtEl>
                                          <p:spTgt spid="15"/>
                                        </p:tgtEl>
                                      </p:cBhvr>
                                    </p:animEffect>
                                  </p:childTnLst>
                                </p:cTn>
                              </p:par>
                            </p:childTnLst>
                          </p:cTn>
                        </p:par>
                        <p:par>
                          <p:cTn id="12" fill="hold">
                            <p:stCondLst>
                              <p:cond delay="1750"/>
                            </p:stCondLst>
                            <p:childTnLst>
                              <p:par>
                                <p:cTn id="13" presetID="26"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80">
                                          <p:stCondLst>
                                            <p:cond delay="0"/>
                                          </p:stCondLst>
                                        </p:cTn>
                                        <p:tgtEl>
                                          <p:spTgt spid="13"/>
                                        </p:tgtEl>
                                      </p:cBhvr>
                                    </p:animEffect>
                                    <p:anim calcmode="lin" valueType="num">
                                      <p:cBhvr>
                                        <p:cTn id="16"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21" dur="26">
                                          <p:stCondLst>
                                            <p:cond delay="650"/>
                                          </p:stCondLst>
                                        </p:cTn>
                                        <p:tgtEl>
                                          <p:spTgt spid="13"/>
                                        </p:tgtEl>
                                      </p:cBhvr>
                                      <p:to x="100000" y="60000"/>
                                    </p:animScale>
                                    <p:animScale>
                                      <p:cBhvr>
                                        <p:cTn id="22" dur="166" decel="50000">
                                          <p:stCondLst>
                                            <p:cond delay="676"/>
                                          </p:stCondLst>
                                        </p:cTn>
                                        <p:tgtEl>
                                          <p:spTgt spid="13"/>
                                        </p:tgtEl>
                                      </p:cBhvr>
                                      <p:to x="100000" y="100000"/>
                                    </p:animScale>
                                    <p:animScale>
                                      <p:cBhvr>
                                        <p:cTn id="23" dur="26">
                                          <p:stCondLst>
                                            <p:cond delay="1312"/>
                                          </p:stCondLst>
                                        </p:cTn>
                                        <p:tgtEl>
                                          <p:spTgt spid="13"/>
                                        </p:tgtEl>
                                      </p:cBhvr>
                                      <p:to x="100000" y="80000"/>
                                    </p:animScale>
                                    <p:animScale>
                                      <p:cBhvr>
                                        <p:cTn id="24" dur="166" decel="50000">
                                          <p:stCondLst>
                                            <p:cond delay="1338"/>
                                          </p:stCondLst>
                                        </p:cTn>
                                        <p:tgtEl>
                                          <p:spTgt spid="13"/>
                                        </p:tgtEl>
                                      </p:cBhvr>
                                      <p:to x="100000" y="100000"/>
                                    </p:animScale>
                                    <p:animScale>
                                      <p:cBhvr>
                                        <p:cTn id="25" dur="26">
                                          <p:stCondLst>
                                            <p:cond delay="1642"/>
                                          </p:stCondLst>
                                        </p:cTn>
                                        <p:tgtEl>
                                          <p:spTgt spid="13"/>
                                        </p:tgtEl>
                                      </p:cBhvr>
                                      <p:to x="100000" y="90000"/>
                                    </p:animScale>
                                    <p:animScale>
                                      <p:cBhvr>
                                        <p:cTn id="26" dur="166" decel="50000">
                                          <p:stCondLst>
                                            <p:cond delay="1668"/>
                                          </p:stCondLst>
                                        </p:cTn>
                                        <p:tgtEl>
                                          <p:spTgt spid="13"/>
                                        </p:tgtEl>
                                      </p:cBhvr>
                                      <p:to x="100000" y="100000"/>
                                    </p:animScale>
                                    <p:animScale>
                                      <p:cBhvr>
                                        <p:cTn id="27" dur="26">
                                          <p:stCondLst>
                                            <p:cond delay="1808"/>
                                          </p:stCondLst>
                                        </p:cTn>
                                        <p:tgtEl>
                                          <p:spTgt spid="13"/>
                                        </p:tgtEl>
                                      </p:cBhvr>
                                      <p:to x="100000" y="95000"/>
                                    </p:animScale>
                                    <p:animScale>
                                      <p:cBhvr>
                                        <p:cTn id="28" dur="166" decel="50000">
                                          <p:stCondLst>
                                            <p:cond delay="1834"/>
                                          </p:stCondLst>
                                        </p:cTn>
                                        <p:tgtEl>
                                          <p:spTgt spid="13"/>
                                        </p:tgtEl>
                                      </p:cBhvr>
                                      <p:to x="100000" y="100000"/>
                                    </p:animScale>
                                  </p:childTnLst>
                                </p:cTn>
                              </p:par>
                            </p:childTnLst>
                          </p:cTn>
                        </p:par>
                        <p:par>
                          <p:cTn id="29" fill="hold">
                            <p:stCondLst>
                              <p:cond delay="3750"/>
                            </p:stCondLst>
                            <p:childTnLst>
                              <p:par>
                                <p:cTn id="30" presetID="2" presetClass="entr" presetSubtype="4" fill="hold" grpId="0" nodeType="afterEffect">
                                  <p:stCondLst>
                                    <p:cond delay="0"/>
                                  </p:stCondLst>
                                  <p:childTnLst>
                                    <p:set>
                                      <p:cBhvr>
                                        <p:cTn id="31" dur="1" fill="hold">
                                          <p:stCondLst>
                                            <p:cond delay="0"/>
                                          </p:stCondLst>
                                        </p:cTn>
                                        <p:tgtEl>
                                          <p:spTgt spid="411">
                                            <p:txEl>
                                              <p:pRg st="0" end="0"/>
                                            </p:txEl>
                                          </p:spTgt>
                                        </p:tgtEl>
                                        <p:attrNameLst>
                                          <p:attrName>style.visibility</p:attrName>
                                        </p:attrNameLst>
                                      </p:cBhvr>
                                      <p:to>
                                        <p:strVal val="visible"/>
                                      </p:to>
                                    </p:set>
                                    <p:anim calcmode="lin" valueType="num">
                                      <p:cBhvr additive="base">
                                        <p:cTn id="32" dur="500" fill="hold"/>
                                        <p:tgtEl>
                                          <p:spTgt spid="411">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11">
                                            <p:txEl>
                                              <p:pRg st="0" end="0"/>
                                            </p:txEl>
                                          </p:spTgt>
                                        </p:tgtEl>
                                        <p:attrNameLst>
                                          <p:attrName>ppt_y</p:attrName>
                                        </p:attrNameLst>
                                      </p:cBhvr>
                                      <p:tavLst>
                                        <p:tav tm="0">
                                          <p:val>
                                            <p:strVal val="1+#ppt_h/2"/>
                                          </p:val>
                                        </p:tav>
                                        <p:tav tm="100000">
                                          <p:val>
                                            <p:strVal val="#ppt_y"/>
                                          </p:val>
                                        </p:tav>
                                      </p:tavLst>
                                    </p:anim>
                                  </p:childTnLst>
                                </p:cTn>
                              </p:par>
                            </p:childTnLst>
                          </p:cTn>
                        </p:par>
                        <p:par>
                          <p:cTn id="34" fill="hold">
                            <p:stCondLst>
                              <p:cond delay="4250"/>
                            </p:stCondLst>
                            <p:childTnLst>
                              <p:par>
                                <p:cTn id="35" presetID="2" presetClass="entr" presetSubtype="4" fill="hold" grpId="0" nodeType="afterEffect">
                                  <p:stCondLst>
                                    <p:cond delay="0"/>
                                  </p:stCondLst>
                                  <p:childTnLst>
                                    <p:set>
                                      <p:cBhvr>
                                        <p:cTn id="36" dur="1" fill="hold">
                                          <p:stCondLst>
                                            <p:cond delay="0"/>
                                          </p:stCondLst>
                                        </p:cTn>
                                        <p:tgtEl>
                                          <p:spTgt spid="411">
                                            <p:txEl>
                                              <p:pRg st="1" end="1"/>
                                            </p:txEl>
                                          </p:spTgt>
                                        </p:tgtEl>
                                        <p:attrNameLst>
                                          <p:attrName>style.visibility</p:attrName>
                                        </p:attrNameLst>
                                      </p:cBhvr>
                                      <p:to>
                                        <p:strVal val="visible"/>
                                      </p:to>
                                    </p:set>
                                    <p:anim calcmode="lin" valueType="num">
                                      <p:cBhvr additive="base">
                                        <p:cTn id="37" dur="500" fill="hold"/>
                                        <p:tgtEl>
                                          <p:spTgt spid="411">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 grpId="0"/>
      <p:bldP spid="411" grpId="0" build="p"/>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372"/>
        <p:cNvGrpSpPr/>
        <p:nvPr/>
      </p:nvGrpSpPr>
      <p:grpSpPr>
        <a:xfrm>
          <a:off x="0" y="0"/>
          <a:ext cx="0" cy="0"/>
          <a:chOff x="0" y="0"/>
          <a:chExt cx="0" cy="0"/>
        </a:xfrm>
      </p:grpSpPr>
      <p:sp>
        <p:nvSpPr>
          <p:cNvPr id="373" name="Google Shape;373;p39"/>
          <p:cNvSpPr txBox="1">
            <a:spLocks noGrp="1"/>
          </p:cNvSpPr>
          <p:nvPr>
            <p:ph type="ctrTitle"/>
          </p:nvPr>
        </p:nvSpPr>
        <p:spPr>
          <a:xfrm flipH="1">
            <a:off x="6401519" y="1760270"/>
            <a:ext cx="2137186" cy="105146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1800"/>
              <a:buFont typeface="Nunito Sans Black"/>
              <a:buNone/>
            </a:pPr>
            <a:r>
              <a:rPr lang="es-ES" sz="2800" b="0" dirty="0" err="1">
                <a:solidFill>
                  <a:srgbClr val="FFFFFF"/>
                </a:solidFill>
              </a:rPr>
              <a:t>Literature</a:t>
            </a:r>
            <a:r>
              <a:rPr lang="es-ES" sz="2800" b="0" dirty="0">
                <a:solidFill>
                  <a:srgbClr val="FFFFFF"/>
                </a:solidFill>
              </a:rPr>
              <a:t> </a:t>
            </a:r>
            <a:br>
              <a:rPr lang="es-ES" sz="2800" b="0" dirty="0">
                <a:solidFill>
                  <a:srgbClr val="FFFFFF"/>
                </a:solidFill>
              </a:rPr>
            </a:br>
            <a:r>
              <a:rPr lang="es-ES" sz="2800" b="0" dirty="0" err="1">
                <a:solidFill>
                  <a:srgbClr val="FFFFFF"/>
                </a:solidFill>
              </a:rPr>
              <a:t>Survey</a:t>
            </a:r>
            <a:endParaRPr sz="2800" b="0" dirty="0">
              <a:solidFill>
                <a:srgbClr val="FFFFFF"/>
              </a:solidFill>
            </a:endParaRPr>
          </a:p>
        </p:txBody>
      </p:sp>
      <p:sp>
        <p:nvSpPr>
          <p:cNvPr id="374" name="Google Shape;374;p39"/>
          <p:cNvSpPr txBox="1">
            <a:spLocks noGrp="1"/>
          </p:cNvSpPr>
          <p:nvPr>
            <p:ph type="subTitle" idx="1"/>
          </p:nvPr>
        </p:nvSpPr>
        <p:spPr>
          <a:xfrm flipH="1">
            <a:off x="890357" y="2052300"/>
            <a:ext cx="2325600" cy="2337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sz="1600" b="0" dirty="0" err="1"/>
              <a:t>D.P.McKay</a:t>
            </a:r>
            <a:r>
              <a:rPr lang="es-ES" sz="1600" b="0" dirty="0"/>
              <a:t> (2020)</a:t>
            </a:r>
            <a:endParaRPr sz="1600" b="0" dirty="0"/>
          </a:p>
        </p:txBody>
      </p:sp>
      <p:sp>
        <p:nvSpPr>
          <p:cNvPr id="375" name="Google Shape;375;p39"/>
          <p:cNvSpPr txBox="1">
            <a:spLocks noGrp="1"/>
          </p:cNvSpPr>
          <p:nvPr>
            <p:ph type="subTitle" idx="2"/>
          </p:nvPr>
        </p:nvSpPr>
        <p:spPr>
          <a:xfrm>
            <a:off x="890357" y="2372304"/>
            <a:ext cx="2130900" cy="1608932"/>
          </a:xfrm>
          <a:prstGeom prst="rect">
            <a:avLst/>
          </a:prstGeom>
        </p:spPr>
        <p:txBody>
          <a:bodyPr spcFirstLastPara="1" wrap="square" lIns="68575" tIns="34275" rIns="68575" bIns="34275" anchor="t" anchorCtr="0">
            <a:noAutofit/>
          </a:bodyPr>
          <a:lstStyle/>
          <a:p>
            <a:pPr marL="0" lvl="0" indent="0" algn="ctr" rtl="0">
              <a:lnSpc>
                <a:spcPct val="90000"/>
              </a:lnSpc>
              <a:spcBef>
                <a:spcPts val="0"/>
              </a:spcBef>
              <a:spcAft>
                <a:spcPts val="0"/>
              </a:spcAft>
              <a:buNone/>
            </a:pPr>
            <a:r>
              <a:rPr lang="en-IN" sz="1050" b="1" dirty="0"/>
              <a:t>“Using a USB Security Key for Two-factor Authentication with SSH” </a:t>
            </a:r>
          </a:p>
          <a:p>
            <a:pPr marL="0" lvl="0" indent="0" algn="ctr" rtl="0">
              <a:lnSpc>
                <a:spcPct val="90000"/>
              </a:lnSpc>
              <a:spcBef>
                <a:spcPts val="0"/>
              </a:spcBef>
              <a:spcAft>
                <a:spcPts val="0"/>
              </a:spcAft>
              <a:buNone/>
            </a:pPr>
            <a:endParaRPr lang="en-IN" sz="1050" b="1" dirty="0"/>
          </a:p>
          <a:p>
            <a:pPr marL="0" lvl="0" indent="0" algn="ctr" rtl="0">
              <a:lnSpc>
                <a:spcPct val="90000"/>
              </a:lnSpc>
              <a:spcBef>
                <a:spcPts val="0"/>
              </a:spcBef>
              <a:spcAft>
                <a:spcPts val="0"/>
              </a:spcAft>
              <a:buNone/>
            </a:pPr>
            <a:r>
              <a:rPr lang="en-IN" sz="1100" dirty="0"/>
              <a:t>This article explains how to use a USB Security Key for two-factor Authentication with SSH, a </a:t>
            </a:r>
            <a:r>
              <a:rPr lang="en-IN" sz="1100" dirty="0" err="1"/>
              <a:t>widly</a:t>
            </a:r>
            <a:r>
              <a:rPr lang="en-IN" sz="1100" dirty="0"/>
              <a:t> used secure shell protocol.</a:t>
            </a:r>
          </a:p>
          <a:p>
            <a:pPr marL="0" lvl="0" indent="0" algn="ctr" rtl="0">
              <a:lnSpc>
                <a:spcPct val="90000"/>
              </a:lnSpc>
              <a:spcBef>
                <a:spcPts val="0"/>
              </a:spcBef>
              <a:spcAft>
                <a:spcPts val="0"/>
              </a:spcAft>
              <a:buNone/>
            </a:pPr>
            <a:endParaRPr sz="1100" dirty="0"/>
          </a:p>
        </p:txBody>
      </p:sp>
      <p:sp>
        <p:nvSpPr>
          <p:cNvPr id="376" name="Google Shape;376;p39"/>
          <p:cNvSpPr txBox="1">
            <a:spLocks noGrp="1"/>
          </p:cNvSpPr>
          <p:nvPr>
            <p:ph type="subTitle" idx="3"/>
          </p:nvPr>
        </p:nvSpPr>
        <p:spPr>
          <a:xfrm flipH="1">
            <a:off x="3645840" y="2052300"/>
            <a:ext cx="2325600" cy="2337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sz="1600" b="0" dirty="0"/>
              <a:t>K. </a:t>
            </a:r>
            <a:r>
              <a:rPr lang="es-ES" sz="1600" b="0" dirty="0" err="1"/>
              <a:t>Ahuja</a:t>
            </a:r>
            <a:r>
              <a:rPr lang="es-ES" sz="1600" b="0" dirty="0"/>
              <a:t> (2021)</a:t>
            </a:r>
            <a:endParaRPr sz="1600" b="0" dirty="0"/>
          </a:p>
        </p:txBody>
      </p:sp>
      <p:sp>
        <p:nvSpPr>
          <p:cNvPr id="377" name="Google Shape;377;p39"/>
          <p:cNvSpPr txBox="1">
            <a:spLocks noGrp="1"/>
          </p:cNvSpPr>
          <p:nvPr>
            <p:ph type="subTitle" idx="4"/>
          </p:nvPr>
        </p:nvSpPr>
        <p:spPr>
          <a:xfrm>
            <a:off x="3743190" y="2410200"/>
            <a:ext cx="2130900" cy="1608931"/>
          </a:xfrm>
          <a:prstGeom prst="rect">
            <a:avLst/>
          </a:prstGeom>
        </p:spPr>
        <p:txBody>
          <a:bodyPr spcFirstLastPara="1" wrap="square" lIns="68575" tIns="34275" rIns="68575" bIns="34275" anchor="t" anchorCtr="0">
            <a:noAutofit/>
          </a:bodyPr>
          <a:lstStyle/>
          <a:p>
            <a:pPr marL="0" lvl="0" indent="0" algn="ctr" rtl="0">
              <a:lnSpc>
                <a:spcPct val="90000"/>
              </a:lnSpc>
              <a:spcBef>
                <a:spcPts val="0"/>
              </a:spcBef>
              <a:spcAft>
                <a:spcPts val="0"/>
              </a:spcAft>
              <a:buNone/>
            </a:pPr>
            <a:r>
              <a:rPr lang="en-IN" sz="1050" b="1" dirty="0"/>
              <a:t>“USB Security Key : Your First Line of </a:t>
            </a:r>
            <a:r>
              <a:rPr lang="en-IN" sz="1050" b="1" dirty="0" err="1"/>
              <a:t>Defense</a:t>
            </a:r>
            <a:r>
              <a:rPr lang="en-IN" sz="1050" b="1" dirty="0"/>
              <a:t> Against Cybercrime”</a:t>
            </a:r>
          </a:p>
          <a:p>
            <a:pPr marL="0" lvl="0" indent="0" algn="ctr" rtl="0">
              <a:lnSpc>
                <a:spcPct val="90000"/>
              </a:lnSpc>
              <a:spcBef>
                <a:spcPts val="0"/>
              </a:spcBef>
              <a:spcAft>
                <a:spcPts val="0"/>
              </a:spcAft>
              <a:buNone/>
            </a:pPr>
            <a:endParaRPr lang="en-IN" sz="1050" b="1" dirty="0"/>
          </a:p>
          <a:p>
            <a:pPr marL="0" lvl="0" indent="0" algn="ctr" rtl="0">
              <a:lnSpc>
                <a:spcPct val="90000"/>
              </a:lnSpc>
              <a:spcBef>
                <a:spcPts val="0"/>
              </a:spcBef>
              <a:spcAft>
                <a:spcPts val="0"/>
              </a:spcAft>
              <a:buNone/>
            </a:pPr>
            <a:r>
              <a:rPr lang="en-IN" sz="1100" dirty="0"/>
              <a:t>This article provides an overview of USB Security Keys and their benefits for protecting </a:t>
            </a:r>
            <a:r>
              <a:rPr lang="en-IN" sz="1100" dirty="0" err="1"/>
              <a:t>CyberCrime</a:t>
            </a:r>
            <a:r>
              <a:rPr lang="en-IN" sz="1100" dirty="0"/>
              <a:t>.</a:t>
            </a:r>
            <a:endParaRPr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randombar(horizontal)">
                                      <p:cBhvr>
                                        <p:cTn id="7" dur="750"/>
                                        <p:tgtEl>
                                          <p:spTgt spid="373"/>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374">
                                            <p:txEl>
                                              <p:pRg st="0" end="0"/>
                                            </p:txEl>
                                          </p:spTgt>
                                        </p:tgtEl>
                                        <p:attrNameLst>
                                          <p:attrName>style.visibility</p:attrName>
                                        </p:attrNameLst>
                                      </p:cBhvr>
                                      <p:to>
                                        <p:strVal val="visible"/>
                                      </p:to>
                                    </p:set>
                                    <p:animEffect transition="in" filter="fade">
                                      <p:cBhvr>
                                        <p:cTn id="11" dur="500"/>
                                        <p:tgtEl>
                                          <p:spTgt spid="374">
                                            <p:txEl>
                                              <p:pRg st="0" end="0"/>
                                            </p:txEl>
                                          </p:spTgt>
                                        </p:tgtEl>
                                      </p:cBhvr>
                                    </p:animEffect>
                                  </p:childTnLst>
                                </p:cTn>
                              </p:par>
                            </p:childTnLst>
                          </p:cTn>
                        </p:par>
                        <p:par>
                          <p:cTn id="12" fill="hold">
                            <p:stCondLst>
                              <p:cond delay="1250"/>
                            </p:stCondLst>
                            <p:childTnLst>
                              <p:par>
                                <p:cTn id="13" presetID="10" presetClass="entr" presetSubtype="0" fill="hold" grpId="0" nodeType="afterEffect">
                                  <p:stCondLst>
                                    <p:cond delay="0"/>
                                  </p:stCondLst>
                                  <p:childTnLst>
                                    <p:set>
                                      <p:cBhvr>
                                        <p:cTn id="14" dur="1" fill="hold">
                                          <p:stCondLst>
                                            <p:cond delay="0"/>
                                          </p:stCondLst>
                                        </p:cTn>
                                        <p:tgtEl>
                                          <p:spTgt spid="375">
                                            <p:txEl>
                                              <p:pRg st="0" end="0"/>
                                            </p:txEl>
                                          </p:spTgt>
                                        </p:tgtEl>
                                        <p:attrNameLst>
                                          <p:attrName>style.visibility</p:attrName>
                                        </p:attrNameLst>
                                      </p:cBhvr>
                                      <p:to>
                                        <p:strVal val="visible"/>
                                      </p:to>
                                    </p:set>
                                    <p:animEffect transition="in" filter="fade">
                                      <p:cBhvr>
                                        <p:cTn id="15" dur="500"/>
                                        <p:tgtEl>
                                          <p:spTgt spid="375">
                                            <p:txEl>
                                              <p:pRg st="0" end="0"/>
                                            </p:txEl>
                                          </p:spTgt>
                                        </p:tgtEl>
                                      </p:cBhvr>
                                    </p:animEffect>
                                  </p:childTnLst>
                                </p:cTn>
                              </p:par>
                            </p:childTnLst>
                          </p:cTn>
                        </p:par>
                        <p:par>
                          <p:cTn id="16" fill="hold">
                            <p:stCondLst>
                              <p:cond delay="1750"/>
                            </p:stCondLst>
                            <p:childTnLst>
                              <p:par>
                                <p:cTn id="17" presetID="10" presetClass="entr" presetSubtype="0" fill="hold" grpId="0" nodeType="afterEffect">
                                  <p:stCondLst>
                                    <p:cond delay="0"/>
                                  </p:stCondLst>
                                  <p:childTnLst>
                                    <p:set>
                                      <p:cBhvr>
                                        <p:cTn id="18" dur="1" fill="hold">
                                          <p:stCondLst>
                                            <p:cond delay="0"/>
                                          </p:stCondLst>
                                        </p:cTn>
                                        <p:tgtEl>
                                          <p:spTgt spid="375">
                                            <p:txEl>
                                              <p:pRg st="2" end="2"/>
                                            </p:txEl>
                                          </p:spTgt>
                                        </p:tgtEl>
                                        <p:attrNameLst>
                                          <p:attrName>style.visibility</p:attrName>
                                        </p:attrNameLst>
                                      </p:cBhvr>
                                      <p:to>
                                        <p:strVal val="visible"/>
                                      </p:to>
                                    </p:set>
                                    <p:animEffect transition="in" filter="fade">
                                      <p:cBhvr>
                                        <p:cTn id="19" dur="500"/>
                                        <p:tgtEl>
                                          <p:spTgt spid="375">
                                            <p:txEl>
                                              <p:pRg st="2" end="2"/>
                                            </p:txEl>
                                          </p:spTgt>
                                        </p:tgtEl>
                                      </p:cBhvr>
                                    </p:animEffect>
                                  </p:childTnLst>
                                </p:cTn>
                              </p:par>
                            </p:childTnLst>
                          </p:cTn>
                        </p:par>
                        <p:par>
                          <p:cTn id="20" fill="hold">
                            <p:stCondLst>
                              <p:cond delay="2250"/>
                            </p:stCondLst>
                            <p:childTnLst>
                              <p:par>
                                <p:cTn id="21" presetID="10" presetClass="entr" presetSubtype="0" fill="hold" grpId="0" nodeType="afterEffect">
                                  <p:stCondLst>
                                    <p:cond delay="0"/>
                                  </p:stCondLst>
                                  <p:childTnLst>
                                    <p:set>
                                      <p:cBhvr>
                                        <p:cTn id="22" dur="1" fill="hold">
                                          <p:stCondLst>
                                            <p:cond delay="0"/>
                                          </p:stCondLst>
                                        </p:cTn>
                                        <p:tgtEl>
                                          <p:spTgt spid="376">
                                            <p:txEl>
                                              <p:pRg st="0" end="0"/>
                                            </p:txEl>
                                          </p:spTgt>
                                        </p:tgtEl>
                                        <p:attrNameLst>
                                          <p:attrName>style.visibility</p:attrName>
                                        </p:attrNameLst>
                                      </p:cBhvr>
                                      <p:to>
                                        <p:strVal val="visible"/>
                                      </p:to>
                                    </p:set>
                                    <p:animEffect transition="in" filter="fade">
                                      <p:cBhvr>
                                        <p:cTn id="23" dur="500"/>
                                        <p:tgtEl>
                                          <p:spTgt spid="376">
                                            <p:txEl>
                                              <p:pRg st="0" end="0"/>
                                            </p:txEl>
                                          </p:spTgt>
                                        </p:tgtEl>
                                      </p:cBhvr>
                                    </p:animEffect>
                                  </p:childTnLst>
                                </p:cTn>
                              </p:par>
                            </p:childTnLst>
                          </p:cTn>
                        </p:par>
                        <p:par>
                          <p:cTn id="24" fill="hold">
                            <p:stCondLst>
                              <p:cond delay="2750"/>
                            </p:stCondLst>
                            <p:childTnLst>
                              <p:par>
                                <p:cTn id="25" presetID="10" presetClass="entr" presetSubtype="0" fill="hold" grpId="0" nodeType="afterEffect">
                                  <p:stCondLst>
                                    <p:cond delay="0"/>
                                  </p:stCondLst>
                                  <p:childTnLst>
                                    <p:set>
                                      <p:cBhvr>
                                        <p:cTn id="26" dur="1" fill="hold">
                                          <p:stCondLst>
                                            <p:cond delay="0"/>
                                          </p:stCondLst>
                                        </p:cTn>
                                        <p:tgtEl>
                                          <p:spTgt spid="377">
                                            <p:txEl>
                                              <p:pRg st="0" end="0"/>
                                            </p:txEl>
                                          </p:spTgt>
                                        </p:tgtEl>
                                        <p:attrNameLst>
                                          <p:attrName>style.visibility</p:attrName>
                                        </p:attrNameLst>
                                      </p:cBhvr>
                                      <p:to>
                                        <p:strVal val="visible"/>
                                      </p:to>
                                    </p:set>
                                    <p:animEffect transition="in" filter="fade">
                                      <p:cBhvr>
                                        <p:cTn id="27" dur="500"/>
                                        <p:tgtEl>
                                          <p:spTgt spid="377">
                                            <p:txEl>
                                              <p:pRg st="0" end="0"/>
                                            </p:txEl>
                                          </p:spTgt>
                                        </p:tgtEl>
                                      </p:cBhvr>
                                    </p:animEffect>
                                  </p:childTnLst>
                                </p:cTn>
                              </p:par>
                            </p:childTnLst>
                          </p:cTn>
                        </p:par>
                        <p:par>
                          <p:cTn id="28" fill="hold">
                            <p:stCondLst>
                              <p:cond delay="3250"/>
                            </p:stCondLst>
                            <p:childTnLst>
                              <p:par>
                                <p:cTn id="29" presetID="10" presetClass="entr" presetSubtype="0" fill="hold" grpId="0" nodeType="afterEffect">
                                  <p:stCondLst>
                                    <p:cond delay="0"/>
                                  </p:stCondLst>
                                  <p:childTnLst>
                                    <p:set>
                                      <p:cBhvr>
                                        <p:cTn id="30" dur="1" fill="hold">
                                          <p:stCondLst>
                                            <p:cond delay="0"/>
                                          </p:stCondLst>
                                        </p:cTn>
                                        <p:tgtEl>
                                          <p:spTgt spid="377">
                                            <p:txEl>
                                              <p:pRg st="2" end="2"/>
                                            </p:txEl>
                                          </p:spTgt>
                                        </p:tgtEl>
                                        <p:attrNameLst>
                                          <p:attrName>style.visibility</p:attrName>
                                        </p:attrNameLst>
                                      </p:cBhvr>
                                      <p:to>
                                        <p:strVal val="visible"/>
                                      </p:to>
                                    </p:set>
                                    <p:animEffect transition="in" filter="fade">
                                      <p:cBhvr>
                                        <p:cTn id="31" dur="500"/>
                                        <p:tgtEl>
                                          <p:spTgt spid="37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 grpId="0"/>
      <p:bldP spid="374" grpId="0" build="p"/>
      <p:bldP spid="375" grpId="0" build="p"/>
      <p:bldP spid="376" grpId="0" build="p"/>
      <p:bldP spid="37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55"/>
          <p:cNvSpPr txBox="1">
            <a:spLocks noGrp="1"/>
          </p:cNvSpPr>
          <p:nvPr>
            <p:ph type="ctrTitle"/>
          </p:nvPr>
        </p:nvSpPr>
        <p:spPr>
          <a:xfrm flipH="1">
            <a:off x="990600" y="742950"/>
            <a:ext cx="1909102" cy="34839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800"/>
              <a:buFont typeface="Nunito Sans Black"/>
              <a:buNone/>
            </a:pPr>
            <a:r>
              <a:rPr lang="es-ES" sz="2800" b="1" dirty="0" err="1" smtClean="0"/>
              <a:t>Technology</a:t>
            </a:r>
            <a:endParaRPr sz="2800" b="1" dirty="0"/>
          </a:p>
        </p:txBody>
      </p:sp>
      <p:sp>
        <p:nvSpPr>
          <p:cNvPr id="1589" name="Google Shape;1589;p55"/>
          <p:cNvSpPr txBox="1">
            <a:spLocks noGrp="1"/>
          </p:cNvSpPr>
          <p:nvPr>
            <p:ph type="subTitle" idx="1"/>
          </p:nvPr>
        </p:nvSpPr>
        <p:spPr>
          <a:xfrm flipH="1">
            <a:off x="2918900" y="1409100"/>
            <a:ext cx="1707300" cy="2337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dirty="0" smtClean="0">
                <a:solidFill>
                  <a:srgbClr val="FFFF00"/>
                </a:solidFill>
              </a:rPr>
              <a:t>USB </a:t>
            </a:r>
            <a:r>
              <a:rPr lang="es-ES" dirty="0" err="1" smtClean="0">
                <a:solidFill>
                  <a:srgbClr val="FFFF00"/>
                </a:solidFill>
              </a:rPr>
              <a:t>Connector</a:t>
            </a:r>
            <a:endParaRPr dirty="0">
              <a:solidFill>
                <a:srgbClr val="FFFF00"/>
              </a:solidFill>
            </a:endParaRPr>
          </a:p>
        </p:txBody>
      </p:sp>
      <p:sp>
        <p:nvSpPr>
          <p:cNvPr id="1590" name="Google Shape;1590;p55"/>
          <p:cNvSpPr txBox="1">
            <a:spLocks noGrp="1"/>
          </p:cNvSpPr>
          <p:nvPr>
            <p:ph type="subTitle" idx="2"/>
          </p:nvPr>
        </p:nvSpPr>
        <p:spPr>
          <a:xfrm>
            <a:off x="3063800" y="2343150"/>
            <a:ext cx="1417500" cy="1203600"/>
          </a:xfrm>
          <a:prstGeom prst="rect">
            <a:avLst/>
          </a:prstGeom>
        </p:spPr>
        <p:txBody>
          <a:bodyPr spcFirstLastPara="1" wrap="square" lIns="68575" tIns="34275" rIns="68575" bIns="34275" anchor="t" anchorCtr="0">
            <a:noAutofit/>
          </a:bodyPr>
          <a:lstStyle/>
          <a:p>
            <a:pPr marL="0" indent="0"/>
            <a:r>
              <a:rPr lang="en-US" altLang="zh-CN" dirty="0">
                <a:solidFill>
                  <a:schemeClr val="bg1">
                    <a:lumMod val="95000"/>
                  </a:schemeClr>
                </a:solidFill>
                <a:ea typeface="Yeseva One" panose="00000500000000000000" charset="0"/>
              </a:rPr>
              <a:t>This is used to connect USB Security Key to a Computer</a:t>
            </a:r>
            <a:endParaRPr lang="zh-CN" altLang="en-US" dirty="0">
              <a:solidFill>
                <a:schemeClr val="bg1">
                  <a:lumMod val="95000"/>
                </a:schemeClr>
              </a:solidFill>
              <a:ea typeface="Yeseva One" panose="00000500000000000000" charset="0"/>
            </a:endParaRPr>
          </a:p>
          <a:p>
            <a:pPr marL="0" lvl="0" indent="0" algn="ctr" rtl="0">
              <a:spcBef>
                <a:spcPts val="800"/>
              </a:spcBef>
              <a:spcAft>
                <a:spcPts val="0"/>
              </a:spcAft>
              <a:buClr>
                <a:srgbClr val="000000"/>
              </a:buClr>
              <a:buSzPts val="1100"/>
              <a:buFont typeface="Arial"/>
              <a:buNone/>
            </a:pPr>
            <a:endParaRPr sz="1000" dirty="0"/>
          </a:p>
          <a:p>
            <a:pPr marL="0" lvl="0" indent="0" algn="ctr" rtl="0">
              <a:spcBef>
                <a:spcPts val="800"/>
              </a:spcBef>
              <a:spcAft>
                <a:spcPts val="0"/>
              </a:spcAft>
              <a:buNone/>
            </a:pPr>
            <a:endParaRPr sz="1000" dirty="0"/>
          </a:p>
        </p:txBody>
      </p:sp>
      <p:sp>
        <p:nvSpPr>
          <p:cNvPr id="1591" name="Google Shape;1591;p55"/>
          <p:cNvSpPr txBox="1">
            <a:spLocks noGrp="1"/>
          </p:cNvSpPr>
          <p:nvPr>
            <p:ph type="subTitle" idx="3"/>
          </p:nvPr>
        </p:nvSpPr>
        <p:spPr>
          <a:xfrm flipH="1">
            <a:off x="4999075" y="1581150"/>
            <a:ext cx="1349783" cy="2337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dirty="0" smtClean="0">
                <a:solidFill>
                  <a:srgbClr val="FFFF00"/>
                </a:solidFill>
              </a:rPr>
              <a:t>NON-</a:t>
            </a:r>
            <a:r>
              <a:rPr lang="es-ES" dirty="0" err="1" smtClean="0">
                <a:solidFill>
                  <a:srgbClr val="FFFF00"/>
                </a:solidFill>
              </a:rPr>
              <a:t>Volatile</a:t>
            </a:r>
            <a:r>
              <a:rPr lang="es-ES" dirty="0" smtClean="0">
                <a:solidFill>
                  <a:srgbClr val="FFFF00"/>
                </a:solidFill>
              </a:rPr>
              <a:t> </a:t>
            </a:r>
            <a:r>
              <a:rPr lang="es-ES" dirty="0" err="1" smtClean="0">
                <a:solidFill>
                  <a:srgbClr val="FFFF00"/>
                </a:solidFill>
              </a:rPr>
              <a:t>Memory</a:t>
            </a:r>
            <a:endParaRPr dirty="0">
              <a:solidFill>
                <a:srgbClr val="FFFF00"/>
              </a:solidFill>
            </a:endParaRPr>
          </a:p>
        </p:txBody>
      </p:sp>
      <p:sp>
        <p:nvSpPr>
          <p:cNvPr id="1592" name="Google Shape;1592;p55"/>
          <p:cNvSpPr txBox="1">
            <a:spLocks noGrp="1"/>
          </p:cNvSpPr>
          <p:nvPr>
            <p:ph type="subTitle" idx="4"/>
          </p:nvPr>
        </p:nvSpPr>
        <p:spPr>
          <a:xfrm>
            <a:off x="4965217" y="2343150"/>
            <a:ext cx="1417500" cy="1203600"/>
          </a:xfrm>
          <a:prstGeom prst="rect">
            <a:avLst/>
          </a:prstGeom>
        </p:spPr>
        <p:txBody>
          <a:bodyPr spcFirstLastPara="1" wrap="square" lIns="68575" tIns="34275" rIns="68575" bIns="34275" anchor="t" anchorCtr="0">
            <a:noAutofit/>
          </a:bodyPr>
          <a:lstStyle/>
          <a:p>
            <a:pPr marL="0" indent="0"/>
            <a:r>
              <a:rPr lang="en-IN" altLang="zh-CN" dirty="0">
                <a:solidFill>
                  <a:schemeClr val="bg1">
                    <a:lumMod val="95000"/>
                  </a:schemeClr>
                </a:solidFill>
                <a:ea typeface="Yeseva One" panose="00000500000000000000" charset="0"/>
              </a:rPr>
              <a:t>It is a Flash Memory, it is used to store Security Keys and other Authentication Data</a:t>
            </a:r>
            <a:endParaRPr lang="zh-CN" altLang="en-US" dirty="0">
              <a:solidFill>
                <a:schemeClr val="bg1">
                  <a:lumMod val="95000"/>
                </a:schemeClr>
              </a:solidFill>
              <a:ea typeface="Yeseva One" panose="00000500000000000000" charset="0"/>
            </a:endParaRPr>
          </a:p>
          <a:p>
            <a:pPr marL="0" lvl="0" indent="0" algn="ctr" rtl="0">
              <a:spcBef>
                <a:spcPts val="800"/>
              </a:spcBef>
              <a:spcAft>
                <a:spcPts val="0"/>
              </a:spcAft>
              <a:buClr>
                <a:srgbClr val="000000"/>
              </a:buClr>
              <a:buSzPts val="1100"/>
              <a:buFont typeface="Arial"/>
              <a:buNone/>
            </a:pPr>
            <a:endParaRPr sz="1000" dirty="0"/>
          </a:p>
          <a:p>
            <a:pPr marL="0" lvl="0" indent="0" algn="ctr" rtl="0">
              <a:spcBef>
                <a:spcPts val="800"/>
              </a:spcBef>
              <a:spcAft>
                <a:spcPts val="0"/>
              </a:spcAft>
              <a:buNone/>
            </a:pPr>
            <a:endParaRPr sz="1000" dirty="0"/>
          </a:p>
        </p:txBody>
      </p:sp>
      <p:sp>
        <p:nvSpPr>
          <p:cNvPr id="1593" name="Google Shape;1593;p55"/>
          <p:cNvSpPr txBox="1">
            <a:spLocks noGrp="1"/>
          </p:cNvSpPr>
          <p:nvPr>
            <p:ph type="subTitle" idx="5"/>
          </p:nvPr>
        </p:nvSpPr>
        <p:spPr>
          <a:xfrm flipH="1">
            <a:off x="6959200" y="1581150"/>
            <a:ext cx="1365233" cy="233700"/>
          </a:xfrm>
          <a:prstGeom prst="rect">
            <a:avLst/>
          </a:prstGeom>
        </p:spPr>
        <p:txBody>
          <a:bodyPr spcFirstLastPara="1" wrap="square" lIns="68575" tIns="34275" rIns="68575" bIns="34275" anchor="b" anchorCtr="0">
            <a:noAutofit/>
          </a:bodyPr>
          <a:lstStyle/>
          <a:p>
            <a:pPr marL="0" lvl="0" indent="0" algn="ctr" rtl="0">
              <a:spcBef>
                <a:spcPts val="800"/>
              </a:spcBef>
              <a:spcAft>
                <a:spcPts val="0"/>
              </a:spcAft>
              <a:buNone/>
            </a:pPr>
            <a:r>
              <a:rPr lang="es-ES" dirty="0" err="1" smtClean="0">
                <a:solidFill>
                  <a:srgbClr val="FFFF00"/>
                </a:solidFill>
              </a:rPr>
              <a:t>Cryptographic</a:t>
            </a:r>
            <a:r>
              <a:rPr lang="es-ES" dirty="0" smtClean="0">
                <a:solidFill>
                  <a:srgbClr val="FFFF00"/>
                </a:solidFill>
              </a:rPr>
              <a:t> </a:t>
            </a:r>
            <a:r>
              <a:rPr lang="es-ES" dirty="0" err="1" smtClean="0">
                <a:solidFill>
                  <a:srgbClr val="FFFF00"/>
                </a:solidFill>
              </a:rPr>
              <a:t>Protocols</a:t>
            </a:r>
            <a:endParaRPr dirty="0">
              <a:solidFill>
                <a:srgbClr val="FFFF00"/>
              </a:solidFill>
            </a:endParaRPr>
          </a:p>
        </p:txBody>
      </p:sp>
      <p:sp>
        <p:nvSpPr>
          <p:cNvPr id="1594" name="Google Shape;1594;p55"/>
          <p:cNvSpPr txBox="1">
            <a:spLocks noGrp="1"/>
          </p:cNvSpPr>
          <p:nvPr>
            <p:ph type="subTitle" idx="6"/>
          </p:nvPr>
        </p:nvSpPr>
        <p:spPr>
          <a:xfrm>
            <a:off x="6847267" y="2343150"/>
            <a:ext cx="1417500" cy="1203600"/>
          </a:xfrm>
          <a:prstGeom prst="rect">
            <a:avLst/>
          </a:prstGeom>
        </p:spPr>
        <p:txBody>
          <a:bodyPr spcFirstLastPara="1" wrap="square" lIns="68575" tIns="34275" rIns="68575" bIns="34275" anchor="t" anchorCtr="0">
            <a:noAutofit/>
          </a:bodyPr>
          <a:lstStyle/>
          <a:p>
            <a:pPr algn="l"/>
            <a:r>
              <a:rPr lang="en-IN" altLang="zh-CN" dirty="0">
                <a:solidFill>
                  <a:schemeClr val="bg1">
                    <a:lumMod val="95000"/>
                  </a:schemeClr>
                </a:solidFill>
                <a:ea typeface="Yeseva One" panose="00000500000000000000" charset="0"/>
              </a:rPr>
              <a:t>These are used</a:t>
            </a:r>
          </a:p>
          <a:p>
            <a:pPr algn="l"/>
            <a:r>
              <a:rPr lang="en-IN" altLang="zh-CN" dirty="0">
                <a:solidFill>
                  <a:schemeClr val="bg1">
                    <a:lumMod val="95000"/>
                  </a:schemeClr>
                </a:solidFill>
                <a:ea typeface="Yeseva One" panose="00000500000000000000" charset="0"/>
              </a:rPr>
              <a:t> to ensure the</a:t>
            </a:r>
          </a:p>
          <a:p>
            <a:pPr algn="l"/>
            <a:r>
              <a:rPr lang="en-IN" altLang="zh-CN" dirty="0">
                <a:solidFill>
                  <a:schemeClr val="bg1">
                    <a:lumMod val="95000"/>
                  </a:schemeClr>
                </a:solidFill>
                <a:ea typeface="Yeseva One" panose="00000500000000000000" charset="0"/>
              </a:rPr>
              <a:t>    Security</a:t>
            </a:r>
            <a:endParaRPr lang="zh-CN" altLang="en-US" dirty="0">
              <a:solidFill>
                <a:schemeClr val="bg1">
                  <a:lumMod val="95000"/>
                </a:schemeClr>
              </a:solidFill>
              <a:ea typeface="Yeseva One" panose="00000500000000000000" charset="0"/>
            </a:endParaRPr>
          </a:p>
          <a:p>
            <a:pPr marL="0" lvl="0" indent="0" algn="ctr" rtl="0">
              <a:spcBef>
                <a:spcPts val="800"/>
              </a:spcBef>
              <a:spcAft>
                <a:spcPts val="0"/>
              </a:spcAft>
              <a:buClr>
                <a:srgbClr val="000000"/>
              </a:buClr>
              <a:buSzPts val="1100"/>
              <a:buFont typeface="Arial"/>
              <a:buNone/>
            </a:pPr>
            <a:endParaRPr sz="1000" dirty="0"/>
          </a:p>
          <a:p>
            <a:pPr marL="0" lvl="0" indent="0" algn="ctr" rtl="0">
              <a:spcBef>
                <a:spcPts val="800"/>
              </a:spcBef>
              <a:spcAft>
                <a:spcPts val="0"/>
              </a:spcAft>
              <a:buNone/>
            </a:pPr>
            <a:endParaRPr sz="1000" dirty="0"/>
          </a:p>
        </p:txBody>
      </p:sp>
      <p:sp>
        <p:nvSpPr>
          <p:cNvPr id="18" name="Google Shape;1137;p49"/>
          <p:cNvSpPr/>
          <p:nvPr/>
        </p:nvSpPr>
        <p:spPr>
          <a:xfrm>
            <a:off x="3149600" y="903000"/>
            <a:ext cx="1245900" cy="1245900"/>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19" name="Google Shape;1137;p49"/>
          <p:cNvSpPr/>
          <p:nvPr/>
        </p:nvSpPr>
        <p:spPr>
          <a:xfrm>
            <a:off x="7018867" y="902183"/>
            <a:ext cx="1245900" cy="1245900"/>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20" name="Google Shape;1137;p49"/>
          <p:cNvSpPr/>
          <p:nvPr/>
        </p:nvSpPr>
        <p:spPr>
          <a:xfrm>
            <a:off x="5051017" y="903000"/>
            <a:ext cx="1245900" cy="1245900"/>
          </a:xfrm>
          <a:prstGeom prst="ellipse">
            <a:avLst/>
          </a:prstGeom>
          <a:noFill/>
          <a:ln w="19050" cap="flat" cmpd="sng">
            <a:solidFill>
              <a:srgbClr val="FF7210"/>
            </a:solidFill>
            <a:prstDash val="dot"/>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3445637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579"/>
                                        </p:tgtEl>
                                        <p:attrNameLst>
                                          <p:attrName>style.visibility</p:attrName>
                                        </p:attrNameLst>
                                      </p:cBhvr>
                                      <p:to>
                                        <p:strVal val="visible"/>
                                      </p:to>
                                    </p:set>
                                    <p:animEffect transition="in" filter="randombar(horizontal)">
                                      <p:cBhvr>
                                        <p:cTn id="7" dur="500"/>
                                        <p:tgtEl>
                                          <p:spTgt spid="1579"/>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heel(1)">
                                      <p:cBhvr>
                                        <p:cTn id="11" dur="1000"/>
                                        <p:tgtEl>
                                          <p:spTgt spid="18"/>
                                        </p:tgtEl>
                                      </p:cBhvr>
                                    </p:animEffect>
                                  </p:childTnLst>
                                </p:cTn>
                              </p:par>
                            </p:childTnLst>
                          </p:cTn>
                        </p:par>
                        <p:par>
                          <p:cTn id="12" fill="hold">
                            <p:stCondLst>
                              <p:cond delay="1500"/>
                            </p:stCondLst>
                            <p:childTnLst>
                              <p:par>
                                <p:cTn id="13" presetID="16" presetClass="entr" presetSubtype="21" fill="hold" grpId="0" nodeType="afterEffect">
                                  <p:stCondLst>
                                    <p:cond delay="0"/>
                                  </p:stCondLst>
                                  <p:childTnLst>
                                    <p:set>
                                      <p:cBhvr>
                                        <p:cTn id="14" dur="1" fill="hold">
                                          <p:stCondLst>
                                            <p:cond delay="0"/>
                                          </p:stCondLst>
                                        </p:cTn>
                                        <p:tgtEl>
                                          <p:spTgt spid="1589">
                                            <p:txEl>
                                              <p:pRg st="0" end="0"/>
                                            </p:txEl>
                                          </p:spTgt>
                                        </p:tgtEl>
                                        <p:attrNameLst>
                                          <p:attrName>style.visibility</p:attrName>
                                        </p:attrNameLst>
                                      </p:cBhvr>
                                      <p:to>
                                        <p:strVal val="visible"/>
                                      </p:to>
                                    </p:set>
                                    <p:animEffect transition="in" filter="barn(inVertical)">
                                      <p:cBhvr>
                                        <p:cTn id="15" dur="500"/>
                                        <p:tgtEl>
                                          <p:spTgt spid="1589">
                                            <p:txEl>
                                              <p:pRg st="0" end="0"/>
                                            </p:txEl>
                                          </p:spTgt>
                                        </p:tgtEl>
                                      </p:cBhvr>
                                    </p:animEffect>
                                  </p:childTnLst>
                                </p:cTn>
                              </p:par>
                            </p:childTnLst>
                          </p:cTn>
                        </p:par>
                        <p:par>
                          <p:cTn id="16" fill="hold">
                            <p:stCondLst>
                              <p:cond delay="2000"/>
                            </p:stCondLst>
                            <p:childTnLst>
                              <p:par>
                                <p:cTn id="17" presetID="22" presetClass="entr" presetSubtype="4" fill="hold" grpId="0" nodeType="afterEffect">
                                  <p:stCondLst>
                                    <p:cond delay="0"/>
                                  </p:stCondLst>
                                  <p:childTnLst>
                                    <p:set>
                                      <p:cBhvr>
                                        <p:cTn id="18" dur="1" fill="hold">
                                          <p:stCondLst>
                                            <p:cond delay="0"/>
                                          </p:stCondLst>
                                        </p:cTn>
                                        <p:tgtEl>
                                          <p:spTgt spid="1590">
                                            <p:txEl>
                                              <p:pRg st="0" end="0"/>
                                            </p:txEl>
                                          </p:spTgt>
                                        </p:tgtEl>
                                        <p:attrNameLst>
                                          <p:attrName>style.visibility</p:attrName>
                                        </p:attrNameLst>
                                      </p:cBhvr>
                                      <p:to>
                                        <p:strVal val="visible"/>
                                      </p:to>
                                    </p:set>
                                    <p:animEffect transition="in" filter="wipe(down)">
                                      <p:cBhvr>
                                        <p:cTn id="19" dur="500"/>
                                        <p:tgtEl>
                                          <p:spTgt spid="1590">
                                            <p:txEl>
                                              <p:pRg st="0" end="0"/>
                                            </p:txEl>
                                          </p:spTgt>
                                        </p:tgtEl>
                                      </p:cBhvr>
                                    </p:animEffect>
                                  </p:childTnLst>
                                </p:cTn>
                              </p:par>
                            </p:childTnLst>
                          </p:cTn>
                        </p:par>
                        <p:par>
                          <p:cTn id="20" fill="hold">
                            <p:stCondLst>
                              <p:cond delay="2500"/>
                            </p:stCondLst>
                            <p:childTnLst>
                              <p:par>
                                <p:cTn id="21" presetID="21" presetClass="entr" presetSubtype="1"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heel(1)">
                                      <p:cBhvr>
                                        <p:cTn id="23" dur="1000"/>
                                        <p:tgtEl>
                                          <p:spTgt spid="20"/>
                                        </p:tgtEl>
                                      </p:cBhvr>
                                    </p:animEffect>
                                  </p:childTnLst>
                                </p:cTn>
                              </p:par>
                            </p:childTnLst>
                          </p:cTn>
                        </p:par>
                        <p:par>
                          <p:cTn id="24" fill="hold">
                            <p:stCondLst>
                              <p:cond delay="3500"/>
                            </p:stCondLst>
                            <p:childTnLst>
                              <p:par>
                                <p:cTn id="25" presetID="16" presetClass="entr" presetSubtype="21" fill="hold" grpId="0" nodeType="afterEffect">
                                  <p:stCondLst>
                                    <p:cond delay="0"/>
                                  </p:stCondLst>
                                  <p:childTnLst>
                                    <p:set>
                                      <p:cBhvr>
                                        <p:cTn id="26" dur="1" fill="hold">
                                          <p:stCondLst>
                                            <p:cond delay="0"/>
                                          </p:stCondLst>
                                        </p:cTn>
                                        <p:tgtEl>
                                          <p:spTgt spid="1591">
                                            <p:txEl>
                                              <p:pRg st="0" end="0"/>
                                            </p:txEl>
                                          </p:spTgt>
                                        </p:tgtEl>
                                        <p:attrNameLst>
                                          <p:attrName>style.visibility</p:attrName>
                                        </p:attrNameLst>
                                      </p:cBhvr>
                                      <p:to>
                                        <p:strVal val="visible"/>
                                      </p:to>
                                    </p:set>
                                    <p:animEffect transition="in" filter="barn(inVertical)">
                                      <p:cBhvr>
                                        <p:cTn id="27" dur="500"/>
                                        <p:tgtEl>
                                          <p:spTgt spid="1591">
                                            <p:txEl>
                                              <p:pRg st="0" end="0"/>
                                            </p:txEl>
                                          </p:spTgt>
                                        </p:tgtEl>
                                      </p:cBhvr>
                                    </p:animEffect>
                                  </p:childTnLst>
                                </p:cTn>
                              </p:par>
                            </p:childTnLst>
                          </p:cTn>
                        </p:par>
                        <p:par>
                          <p:cTn id="28" fill="hold">
                            <p:stCondLst>
                              <p:cond delay="4000"/>
                            </p:stCondLst>
                            <p:childTnLst>
                              <p:par>
                                <p:cTn id="29" presetID="22" presetClass="entr" presetSubtype="4" fill="hold" grpId="0" nodeType="afterEffect">
                                  <p:stCondLst>
                                    <p:cond delay="0"/>
                                  </p:stCondLst>
                                  <p:childTnLst>
                                    <p:set>
                                      <p:cBhvr>
                                        <p:cTn id="30" dur="1" fill="hold">
                                          <p:stCondLst>
                                            <p:cond delay="0"/>
                                          </p:stCondLst>
                                        </p:cTn>
                                        <p:tgtEl>
                                          <p:spTgt spid="1592">
                                            <p:txEl>
                                              <p:pRg st="0" end="0"/>
                                            </p:txEl>
                                          </p:spTgt>
                                        </p:tgtEl>
                                        <p:attrNameLst>
                                          <p:attrName>style.visibility</p:attrName>
                                        </p:attrNameLst>
                                      </p:cBhvr>
                                      <p:to>
                                        <p:strVal val="visible"/>
                                      </p:to>
                                    </p:set>
                                    <p:animEffect transition="in" filter="wipe(down)">
                                      <p:cBhvr>
                                        <p:cTn id="31" dur="500"/>
                                        <p:tgtEl>
                                          <p:spTgt spid="1592">
                                            <p:txEl>
                                              <p:pRg st="0" end="0"/>
                                            </p:txEl>
                                          </p:spTgt>
                                        </p:tgtEl>
                                      </p:cBhvr>
                                    </p:animEffect>
                                  </p:childTnLst>
                                </p:cTn>
                              </p:par>
                            </p:childTnLst>
                          </p:cTn>
                        </p:par>
                        <p:par>
                          <p:cTn id="32" fill="hold">
                            <p:stCondLst>
                              <p:cond delay="4500"/>
                            </p:stCondLst>
                            <p:childTnLst>
                              <p:par>
                                <p:cTn id="33" presetID="21" presetClass="entr" presetSubtype="1"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heel(1)">
                                      <p:cBhvr>
                                        <p:cTn id="35" dur="1000"/>
                                        <p:tgtEl>
                                          <p:spTgt spid="19"/>
                                        </p:tgtEl>
                                      </p:cBhvr>
                                    </p:animEffect>
                                  </p:childTnLst>
                                </p:cTn>
                              </p:par>
                            </p:childTnLst>
                          </p:cTn>
                        </p:par>
                        <p:par>
                          <p:cTn id="36" fill="hold">
                            <p:stCondLst>
                              <p:cond delay="5500"/>
                            </p:stCondLst>
                            <p:childTnLst>
                              <p:par>
                                <p:cTn id="37" presetID="16" presetClass="entr" presetSubtype="21" fill="hold" grpId="0" nodeType="afterEffect">
                                  <p:stCondLst>
                                    <p:cond delay="0"/>
                                  </p:stCondLst>
                                  <p:childTnLst>
                                    <p:set>
                                      <p:cBhvr>
                                        <p:cTn id="38" dur="1" fill="hold">
                                          <p:stCondLst>
                                            <p:cond delay="0"/>
                                          </p:stCondLst>
                                        </p:cTn>
                                        <p:tgtEl>
                                          <p:spTgt spid="1593">
                                            <p:txEl>
                                              <p:pRg st="0" end="0"/>
                                            </p:txEl>
                                          </p:spTgt>
                                        </p:tgtEl>
                                        <p:attrNameLst>
                                          <p:attrName>style.visibility</p:attrName>
                                        </p:attrNameLst>
                                      </p:cBhvr>
                                      <p:to>
                                        <p:strVal val="visible"/>
                                      </p:to>
                                    </p:set>
                                    <p:animEffect transition="in" filter="barn(inVertical)">
                                      <p:cBhvr>
                                        <p:cTn id="39" dur="500"/>
                                        <p:tgtEl>
                                          <p:spTgt spid="1593">
                                            <p:txEl>
                                              <p:pRg st="0" end="0"/>
                                            </p:txEl>
                                          </p:spTgt>
                                        </p:tgtEl>
                                      </p:cBhvr>
                                    </p:animEffect>
                                  </p:childTnLst>
                                </p:cTn>
                              </p:par>
                            </p:childTnLst>
                          </p:cTn>
                        </p:par>
                        <p:par>
                          <p:cTn id="40" fill="hold">
                            <p:stCondLst>
                              <p:cond delay="6000"/>
                            </p:stCondLst>
                            <p:childTnLst>
                              <p:par>
                                <p:cTn id="41" presetID="22" presetClass="entr" presetSubtype="4" fill="hold" grpId="0" nodeType="afterEffect">
                                  <p:stCondLst>
                                    <p:cond delay="0"/>
                                  </p:stCondLst>
                                  <p:childTnLst>
                                    <p:set>
                                      <p:cBhvr>
                                        <p:cTn id="42" dur="1" fill="hold">
                                          <p:stCondLst>
                                            <p:cond delay="0"/>
                                          </p:stCondLst>
                                        </p:cTn>
                                        <p:tgtEl>
                                          <p:spTgt spid="1594">
                                            <p:txEl>
                                              <p:pRg st="0" end="0"/>
                                            </p:txEl>
                                          </p:spTgt>
                                        </p:tgtEl>
                                        <p:attrNameLst>
                                          <p:attrName>style.visibility</p:attrName>
                                        </p:attrNameLst>
                                      </p:cBhvr>
                                      <p:to>
                                        <p:strVal val="visible"/>
                                      </p:to>
                                    </p:set>
                                    <p:animEffect transition="in" filter="wipe(down)">
                                      <p:cBhvr>
                                        <p:cTn id="43" dur="500"/>
                                        <p:tgtEl>
                                          <p:spTgt spid="1594">
                                            <p:txEl>
                                              <p:pRg st="0" end="0"/>
                                            </p:txEl>
                                          </p:spTgt>
                                        </p:tgtEl>
                                      </p:cBhvr>
                                    </p:animEffect>
                                  </p:childTnLst>
                                </p:cTn>
                              </p:par>
                            </p:childTnLst>
                          </p:cTn>
                        </p:par>
                        <p:par>
                          <p:cTn id="44" fill="hold">
                            <p:stCondLst>
                              <p:cond delay="6500"/>
                            </p:stCondLst>
                            <p:childTnLst>
                              <p:par>
                                <p:cTn id="45" presetID="22" presetClass="entr" presetSubtype="4" fill="hold" grpId="0" nodeType="afterEffect">
                                  <p:stCondLst>
                                    <p:cond delay="0"/>
                                  </p:stCondLst>
                                  <p:childTnLst>
                                    <p:set>
                                      <p:cBhvr>
                                        <p:cTn id="46" dur="1" fill="hold">
                                          <p:stCondLst>
                                            <p:cond delay="0"/>
                                          </p:stCondLst>
                                        </p:cTn>
                                        <p:tgtEl>
                                          <p:spTgt spid="1594">
                                            <p:txEl>
                                              <p:pRg st="1" end="1"/>
                                            </p:txEl>
                                          </p:spTgt>
                                        </p:tgtEl>
                                        <p:attrNameLst>
                                          <p:attrName>style.visibility</p:attrName>
                                        </p:attrNameLst>
                                      </p:cBhvr>
                                      <p:to>
                                        <p:strVal val="visible"/>
                                      </p:to>
                                    </p:set>
                                    <p:animEffect transition="in" filter="wipe(down)">
                                      <p:cBhvr>
                                        <p:cTn id="47" dur="500"/>
                                        <p:tgtEl>
                                          <p:spTgt spid="1594">
                                            <p:txEl>
                                              <p:pRg st="1" end="1"/>
                                            </p:txEl>
                                          </p:spTgt>
                                        </p:tgtEl>
                                      </p:cBhvr>
                                    </p:animEffect>
                                  </p:childTnLst>
                                </p:cTn>
                              </p:par>
                            </p:childTnLst>
                          </p:cTn>
                        </p:par>
                        <p:par>
                          <p:cTn id="48" fill="hold">
                            <p:stCondLst>
                              <p:cond delay="7000"/>
                            </p:stCondLst>
                            <p:childTnLst>
                              <p:par>
                                <p:cTn id="49" presetID="22" presetClass="entr" presetSubtype="4" fill="hold" grpId="0" nodeType="afterEffect">
                                  <p:stCondLst>
                                    <p:cond delay="0"/>
                                  </p:stCondLst>
                                  <p:childTnLst>
                                    <p:set>
                                      <p:cBhvr>
                                        <p:cTn id="50" dur="1" fill="hold">
                                          <p:stCondLst>
                                            <p:cond delay="0"/>
                                          </p:stCondLst>
                                        </p:cTn>
                                        <p:tgtEl>
                                          <p:spTgt spid="1594">
                                            <p:txEl>
                                              <p:pRg st="2" end="2"/>
                                            </p:txEl>
                                          </p:spTgt>
                                        </p:tgtEl>
                                        <p:attrNameLst>
                                          <p:attrName>style.visibility</p:attrName>
                                        </p:attrNameLst>
                                      </p:cBhvr>
                                      <p:to>
                                        <p:strVal val="visible"/>
                                      </p:to>
                                    </p:set>
                                    <p:animEffect transition="in" filter="wipe(down)">
                                      <p:cBhvr>
                                        <p:cTn id="51" dur="500"/>
                                        <p:tgtEl>
                                          <p:spTgt spid="15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9" grpId="0"/>
      <p:bldP spid="1589" grpId="0" build="p"/>
      <p:bldP spid="1590" grpId="0" build="p"/>
      <p:bldP spid="1591" grpId="0" build="p"/>
      <p:bldP spid="1592" grpId="0" build="p"/>
      <p:bldP spid="1593" grpId="0" build="p"/>
      <p:bldP spid="1594" grpId="0" build="p"/>
      <p:bldP spid="18" grpId="0" animBg="1"/>
      <p:bldP spid="19"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Google Shape;410;p41"/>
          <p:cNvSpPr txBox="1">
            <a:spLocks noGrp="1"/>
          </p:cNvSpPr>
          <p:nvPr>
            <p:ph type="ctrTitle"/>
          </p:nvPr>
        </p:nvSpPr>
        <p:spPr>
          <a:xfrm>
            <a:off x="4638714" y="543794"/>
            <a:ext cx="2250040" cy="656071"/>
          </a:xfrm>
          <a:prstGeom prst="rect">
            <a:avLst/>
          </a:prstGeom>
          <a:noFill/>
          <a:ln>
            <a:noFill/>
          </a:ln>
        </p:spPr>
        <p:txBody>
          <a:bodyPr spcFirstLastPara="1" wrap="square" lIns="68575" tIns="34275" rIns="68575" bIns="34275" anchor="b" anchorCtr="0">
            <a:noAutofit/>
          </a:bodyPr>
          <a:lstStyle/>
          <a:p>
            <a:pPr marL="0" lvl="0" indent="0" algn="r" rtl="0">
              <a:lnSpc>
                <a:spcPct val="90000"/>
              </a:lnSpc>
              <a:spcBef>
                <a:spcPts val="0"/>
              </a:spcBef>
              <a:spcAft>
                <a:spcPts val="0"/>
              </a:spcAft>
              <a:buClr>
                <a:schemeClr val="accent6"/>
              </a:buClr>
              <a:buSzPts val="2100"/>
              <a:buFont typeface="Nunito Sans Black"/>
              <a:buNone/>
            </a:pPr>
            <a:r>
              <a:rPr lang="es-ES" b="0" dirty="0" err="1">
                <a:solidFill>
                  <a:schemeClr val="accent6"/>
                </a:solidFill>
              </a:rPr>
              <a:t>System</a:t>
            </a:r>
            <a:r>
              <a:rPr lang="es-ES" b="0" dirty="0">
                <a:solidFill>
                  <a:schemeClr val="accent6"/>
                </a:solidFill>
              </a:rPr>
              <a:t/>
            </a:r>
            <a:br>
              <a:rPr lang="es-ES" b="0" dirty="0">
                <a:solidFill>
                  <a:schemeClr val="accent6"/>
                </a:solidFill>
              </a:rPr>
            </a:br>
            <a:r>
              <a:rPr lang="es-ES" b="0" dirty="0">
                <a:solidFill>
                  <a:schemeClr val="accent6"/>
                </a:solidFill>
              </a:rPr>
              <a:t> </a:t>
            </a:r>
            <a:r>
              <a:rPr lang="es-ES" b="0" dirty="0" err="1">
                <a:solidFill>
                  <a:schemeClr val="accent6"/>
                </a:solidFill>
              </a:rPr>
              <a:t>Architecture</a:t>
            </a:r>
            <a:endParaRPr b="0" dirty="0">
              <a:solidFill>
                <a:schemeClr val="accent6"/>
              </a:solidFill>
            </a:endParaRPr>
          </a:p>
        </p:txBody>
      </p:sp>
      <p:sp>
        <p:nvSpPr>
          <p:cNvPr id="411" name="Google Shape;411;p41"/>
          <p:cNvSpPr txBox="1">
            <a:spLocks noGrp="1"/>
          </p:cNvSpPr>
          <p:nvPr>
            <p:ph type="subTitle" idx="1"/>
          </p:nvPr>
        </p:nvSpPr>
        <p:spPr>
          <a:xfrm>
            <a:off x="4099389" y="1458929"/>
            <a:ext cx="3981236" cy="3190107"/>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dk1"/>
              </a:buClr>
              <a:buSzPts val="1100"/>
              <a:buNone/>
            </a:pPr>
            <a:r>
              <a:rPr lang="en-IN" sz="1300" b="1" u="sng" dirty="0"/>
              <a:t>Components</a:t>
            </a:r>
          </a:p>
          <a:p>
            <a:pPr marL="0" lvl="0" indent="0" algn="ctr" rtl="0">
              <a:lnSpc>
                <a:spcPct val="90000"/>
              </a:lnSpc>
              <a:spcBef>
                <a:spcPts val="0"/>
              </a:spcBef>
              <a:spcAft>
                <a:spcPts val="0"/>
              </a:spcAft>
              <a:buClr>
                <a:schemeClr val="dk1"/>
              </a:buClr>
              <a:buSzPts val="1100"/>
              <a:buNone/>
            </a:pPr>
            <a:endParaRPr lang="en-IN" sz="1300" b="1" u="sng" dirty="0"/>
          </a:p>
          <a:p>
            <a:pPr marL="0" lvl="0" indent="0" algn="ctr" rtl="0">
              <a:lnSpc>
                <a:spcPct val="90000"/>
              </a:lnSpc>
              <a:spcBef>
                <a:spcPts val="0"/>
              </a:spcBef>
              <a:spcAft>
                <a:spcPts val="0"/>
              </a:spcAft>
              <a:buClr>
                <a:schemeClr val="dk1"/>
              </a:buClr>
              <a:buSzPts val="1100"/>
              <a:buNone/>
            </a:pPr>
            <a:endParaRPr lang="en-IN" sz="1300" b="1" u="sng" dirty="0"/>
          </a:p>
          <a:p>
            <a:pPr marL="0" lvl="0" indent="0" algn="ctr" rtl="0">
              <a:lnSpc>
                <a:spcPct val="90000"/>
              </a:lnSpc>
              <a:spcBef>
                <a:spcPts val="0"/>
              </a:spcBef>
              <a:spcAft>
                <a:spcPts val="0"/>
              </a:spcAft>
              <a:buClr>
                <a:schemeClr val="dk1"/>
              </a:buClr>
              <a:buSzPts val="1100"/>
              <a:buNone/>
            </a:pPr>
            <a:endParaRPr lang="en-IN" sz="1200" b="1" dirty="0"/>
          </a:p>
          <a:p>
            <a:pPr marL="0" lvl="0" indent="0" algn="l" rtl="0">
              <a:lnSpc>
                <a:spcPct val="90000"/>
              </a:lnSpc>
              <a:spcBef>
                <a:spcPts val="0"/>
              </a:spcBef>
              <a:spcAft>
                <a:spcPts val="0"/>
              </a:spcAft>
              <a:buClr>
                <a:schemeClr val="dk1"/>
              </a:buClr>
              <a:buSzPts val="1100"/>
            </a:pPr>
            <a:r>
              <a:rPr lang="en-IN" sz="1200" b="1" dirty="0"/>
              <a:t>           1. USB Drive                                 2. Client PC</a:t>
            </a:r>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0" lvl="0" indent="0" algn="ctr" rtl="0">
              <a:lnSpc>
                <a:spcPct val="90000"/>
              </a:lnSpc>
              <a:spcBef>
                <a:spcPts val="0"/>
              </a:spcBef>
              <a:spcAft>
                <a:spcPts val="0"/>
              </a:spcAft>
              <a:buClr>
                <a:schemeClr val="dk1"/>
              </a:buClr>
              <a:buSzPts val="1100"/>
            </a:pPr>
            <a:endParaRPr lang="en-IN" sz="1200" b="1" dirty="0"/>
          </a:p>
          <a:p>
            <a:pPr marL="228600" lvl="0" indent="-228600" algn="l" rtl="0">
              <a:lnSpc>
                <a:spcPct val="90000"/>
              </a:lnSpc>
              <a:spcBef>
                <a:spcPts val="0"/>
              </a:spcBef>
              <a:spcAft>
                <a:spcPts val="0"/>
              </a:spcAft>
              <a:buClr>
                <a:schemeClr val="dk1"/>
              </a:buClr>
              <a:buSzPts val="1100"/>
              <a:buAutoNum type="arabicPeriod"/>
            </a:pPr>
            <a:endParaRPr lang="en-IN" b="1" dirty="0"/>
          </a:p>
          <a:p>
            <a:pPr marL="0" lvl="0" indent="0" algn="ctr" rtl="0">
              <a:lnSpc>
                <a:spcPct val="90000"/>
              </a:lnSpc>
              <a:spcBef>
                <a:spcPts val="0"/>
              </a:spcBef>
              <a:spcAft>
                <a:spcPts val="0"/>
              </a:spcAft>
              <a:buClr>
                <a:schemeClr val="dk1"/>
              </a:buClr>
              <a:buSzPts val="1100"/>
              <a:buNone/>
            </a:pPr>
            <a:endParaRPr lang="en-IN" sz="1200" b="1" dirty="0"/>
          </a:p>
          <a:p>
            <a:pPr marL="0" lvl="0" indent="0" algn="l" rtl="0">
              <a:lnSpc>
                <a:spcPct val="90000"/>
              </a:lnSpc>
              <a:spcBef>
                <a:spcPts val="0"/>
              </a:spcBef>
              <a:spcAft>
                <a:spcPts val="0"/>
              </a:spcAft>
              <a:buClr>
                <a:schemeClr val="dk1"/>
              </a:buClr>
              <a:buSzPts val="1100"/>
              <a:buNone/>
            </a:pPr>
            <a:endParaRPr lang="en-IN" sz="1200" b="1" dirty="0"/>
          </a:p>
        </p:txBody>
      </p:sp>
      <p:cxnSp>
        <p:nvCxnSpPr>
          <p:cNvPr id="412" name="Google Shape;412;p41"/>
          <p:cNvCxnSpPr/>
          <p:nvPr/>
        </p:nvCxnSpPr>
        <p:spPr>
          <a:xfrm>
            <a:off x="3586725" y="1244103"/>
            <a:ext cx="3353400" cy="0"/>
          </a:xfrm>
          <a:prstGeom prst="straightConnector1">
            <a:avLst/>
          </a:prstGeom>
          <a:noFill/>
          <a:ln w="28575" cap="flat" cmpd="sng">
            <a:solidFill>
              <a:srgbClr val="FFFFFF"/>
            </a:solidFill>
            <a:prstDash val="solid"/>
            <a:miter lim="800000"/>
            <a:headEnd type="none" w="sm" len="sm"/>
            <a:tailEnd type="none" w="sm" len="sm"/>
          </a:ln>
        </p:spPr>
      </p:cxnSp>
      <p:pic>
        <p:nvPicPr>
          <p:cNvPr id="9" name="Picture 8">
            <a:extLst>
              <a:ext uri="{FF2B5EF4-FFF2-40B4-BE49-F238E27FC236}">
                <a16:creationId xmlns:a16="http://schemas.microsoft.com/office/drawing/2014/main" xmlns="" id="{1D1E4251-2092-4012-A0CE-AE02BBFECC79}"/>
              </a:ext>
            </a:extLst>
          </p:cNvPr>
          <p:cNvPicPr>
            <a:picLocks noChangeAspect="1"/>
          </p:cNvPicPr>
          <p:nvPr/>
        </p:nvPicPr>
        <p:blipFill>
          <a:blip r:embed="rId3"/>
          <a:stretch>
            <a:fillRect/>
          </a:stretch>
        </p:blipFill>
        <p:spPr>
          <a:xfrm>
            <a:off x="0" y="-1"/>
            <a:ext cx="3935902" cy="5140425"/>
          </a:xfrm>
          <a:prstGeom prst="rect">
            <a:avLst/>
          </a:prstGeom>
        </p:spPr>
      </p:pic>
      <p:sp>
        <p:nvSpPr>
          <p:cNvPr id="413" name="Google Shape;413;p41"/>
          <p:cNvSpPr/>
          <p:nvPr/>
        </p:nvSpPr>
        <p:spPr>
          <a:xfrm>
            <a:off x="0" y="2124503"/>
            <a:ext cx="643947" cy="2409965"/>
          </a:xfrm>
          <a:custGeom>
            <a:avLst/>
            <a:gdLst/>
            <a:ahLst/>
            <a:cxnLst/>
            <a:rect l="l" t="t" r="r" b="b"/>
            <a:pathLst>
              <a:path w="2629" h="9839" extrusionOk="0">
                <a:moveTo>
                  <a:pt x="1" y="1"/>
                </a:moveTo>
                <a:lnTo>
                  <a:pt x="1" y="9838"/>
                </a:lnTo>
                <a:cubicBezTo>
                  <a:pt x="2575" y="7531"/>
                  <a:pt x="2628" y="5640"/>
                  <a:pt x="289" y="589"/>
                </a:cubicBezTo>
                <a:cubicBezTo>
                  <a:pt x="204" y="385"/>
                  <a:pt x="97" y="193"/>
                  <a:pt x="1" y="1"/>
                </a:cubicBezTo>
                <a:close/>
              </a:path>
            </a:pathLst>
          </a:custGeom>
          <a:gradFill>
            <a:gsLst>
              <a:gs pos="0">
                <a:srgbClr val="0C2E3A"/>
              </a:gs>
              <a:gs pos="100000">
                <a:srgbClr val="110F16"/>
              </a:gs>
            </a:gsLst>
            <a:path path="circle">
              <a:fillToRect l="50000" t="50000" r="50000" b="50000"/>
            </a:path>
            <a:tileRect/>
          </a:gradFill>
          <a:ln>
            <a:noFill/>
          </a:ln>
          <a:effectLst>
            <a:outerShdw blurRad="114300" dist="247650" dir="1626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1"/>
          <p:cNvSpPr/>
          <p:nvPr/>
        </p:nvSpPr>
        <p:spPr>
          <a:xfrm>
            <a:off x="0" y="3075"/>
            <a:ext cx="1944089" cy="1397138"/>
          </a:xfrm>
          <a:custGeom>
            <a:avLst/>
            <a:gdLst/>
            <a:ahLst/>
            <a:cxnLst/>
            <a:rect l="l" t="t" r="r" b="b"/>
            <a:pathLst>
              <a:path w="7937" h="5704" extrusionOk="0">
                <a:moveTo>
                  <a:pt x="1" y="0"/>
                </a:moveTo>
                <a:lnTo>
                  <a:pt x="1" y="5704"/>
                </a:lnTo>
                <a:cubicBezTo>
                  <a:pt x="214" y="5533"/>
                  <a:pt x="482" y="5362"/>
                  <a:pt x="823" y="5191"/>
                </a:cubicBezTo>
                <a:cubicBezTo>
                  <a:pt x="3312" y="3898"/>
                  <a:pt x="620" y="1677"/>
                  <a:pt x="2062" y="620"/>
                </a:cubicBezTo>
                <a:cubicBezTo>
                  <a:pt x="2291" y="452"/>
                  <a:pt x="2522" y="383"/>
                  <a:pt x="2754" y="383"/>
                </a:cubicBezTo>
                <a:cubicBezTo>
                  <a:pt x="3797" y="383"/>
                  <a:pt x="4869" y="1766"/>
                  <a:pt x="5903" y="1766"/>
                </a:cubicBezTo>
                <a:cubicBezTo>
                  <a:pt x="6091" y="1766"/>
                  <a:pt x="6278" y="1720"/>
                  <a:pt x="6463" y="1613"/>
                </a:cubicBezTo>
                <a:cubicBezTo>
                  <a:pt x="7040" y="1282"/>
                  <a:pt x="7488" y="620"/>
                  <a:pt x="7937" y="0"/>
                </a:cubicBezTo>
                <a:close/>
              </a:path>
            </a:pathLst>
          </a:custGeom>
          <a:gradFill>
            <a:gsLst>
              <a:gs pos="0">
                <a:srgbClr val="0C2E3A"/>
              </a:gs>
              <a:gs pos="100000">
                <a:srgbClr val="110F16"/>
              </a:gs>
            </a:gsLst>
            <a:path path="circle">
              <a:fillToRect l="50000" t="50000" r="50000" b="50000"/>
            </a:path>
            <a:tileRect/>
          </a:gradFill>
          <a:ln>
            <a:noFill/>
          </a:ln>
          <a:effectLst>
            <a:outerShdw blurRad="114300" dist="76200" dir="1440000" algn="bl" rotWithShape="0">
              <a:srgbClr val="000000">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a:extLst>
              <a:ext uri="{FF2B5EF4-FFF2-40B4-BE49-F238E27FC236}">
                <a16:creationId xmlns:a16="http://schemas.microsoft.com/office/drawing/2014/main" xmlns="" id="{4649978A-94F8-2D99-07FB-2AF930C5FAC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2344" y1="63959" x2="52344" y2="63959"/>
                        <a14:foregroundMark x1="67969" y1="31980" x2="67969" y2="31980"/>
                        <a14:foregroundMark x1="65234" y1="32487" x2="65234" y2="32487"/>
                        <a14:foregroundMark x1="78516" y1="48731" x2="78516" y2="48731"/>
                        <a14:foregroundMark x1="60156" y1="64975" x2="60156" y2="64975"/>
                        <a14:foregroundMark x1="65234" y1="58376" x2="65234" y2="58376"/>
                        <a14:foregroundMark x1="75391" y1="43655" x2="75391" y2="43655"/>
                        <a14:foregroundMark x1="75391" y1="43655" x2="75391" y2="43655"/>
                        <a14:foregroundMark x1="75391" y1="43655" x2="75391" y2="43655"/>
                        <a14:foregroundMark x1="75391" y1="43655" x2="75391" y2="43655"/>
                        <a14:foregroundMark x1="75391" y1="43655" x2="75391" y2="43655"/>
                        <a14:foregroundMark x1="75391" y1="43655" x2="62891" y2="47716"/>
                        <a14:foregroundMark x1="62891" y1="47716" x2="62891" y2="47716"/>
                      </a14:backgroundRemoval>
                    </a14:imgEffect>
                  </a14:imgLayer>
                </a14:imgProps>
              </a:ext>
            </a:extLst>
          </a:blip>
          <a:stretch>
            <a:fillRect/>
          </a:stretch>
        </p:blipFill>
        <p:spPr>
          <a:xfrm>
            <a:off x="4329749" y="2488208"/>
            <a:ext cx="1615564" cy="1243227"/>
          </a:xfrm>
          <a:prstGeom prst="rect">
            <a:avLst/>
          </a:prstGeom>
        </p:spPr>
      </p:pic>
      <p:pic>
        <p:nvPicPr>
          <p:cNvPr id="14" name="Picture 13">
            <a:extLst>
              <a:ext uri="{FF2B5EF4-FFF2-40B4-BE49-F238E27FC236}">
                <a16:creationId xmlns:a16="http://schemas.microsoft.com/office/drawing/2014/main" xmlns="" id="{D372F924-BE52-423A-F8B6-79579C4EE29D}"/>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foregroundMark x1="36923" y1="57857" x2="36923" y2="57857"/>
                        <a14:foregroundMark x1="66923" y1="53214" x2="66923" y2="53214"/>
                        <a14:foregroundMark x1="36538" y1="61786" x2="36538" y2="61786"/>
                      </a14:backgroundRemoval>
                    </a14:imgEffect>
                  </a14:imgLayer>
                </a14:imgProps>
              </a:ext>
            </a:extLst>
          </a:blip>
          <a:stretch>
            <a:fillRect/>
          </a:stretch>
        </p:blipFill>
        <p:spPr>
          <a:xfrm>
            <a:off x="6168990" y="2079232"/>
            <a:ext cx="2051505" cy="22093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randombar(horizontal)">
                                      <p:cBhvr>
                                        <p:cTn id="7" dur="1000"/>
                                        <p:tgtEl>
                                          <p:spTgt spid="410"/>
                                        </p:tgtEl>
                                      </p:cBhvr>
                                    </p:animEffect>
                                  </p:childTnLst>
                                </p:cTn>
                              </p:par>
                            </p:childTnLst>
                          </p:cTn>
                        </p:par>
                        <p:par>
                          <p:cTn id="8" fill="hold">
                            <p:stCondLst>
                              <p:cond delay="1000"/>
                            </p:stCondLst>
                            <p:childTnLst>
                              <p:par>
                                <p:cTn id="9" presetID="42" presetClass="entr" presetSubtype="0" fill="hold" grpId="0" nodeType="afterEffect">
                                  <p:stCondLst>
                                    <p:cond delay="0"/>
                                  </p:stCondLst>
                                  <p:childTnLst>
                                    <p:set>
                                      <p:cBhvr>
                                        <p:cTn id="10" dur="1" fill="hold">
                                          <p:stCondLst>
                                            <p:cond delay="0"/>
                                          </p:stCondLst>
                                        </p:cTn>
                                        <p:tgtEl>
                                          <p:spTgt spid="411">
                                            <p:txEl>
                                              <p:pRg st="0" end="0"/>
                                            </p:txEl>
                                          </p:spTgt>
                                        </p:tgtEl>
                                        <p:attrNameLst>
                                          <p:attrName>style.visibility</p:attrName>
                                        </p:attrNameLst>
                                      </p:cBhvr>
                                      <p:to>
                                        <p:strVal val="visible"/>
                                      </p:to>
                                    </p:set>
                                    <p:animEffect transition="in" filter="fade">
                                      <p:cBhvr>
                                        <p:cTn id="11" dur="500"/>
                                        <p:tgtEl>
                                          <p:spTgt spid="411">
                                            <p:txEl>
                                              <p:pRg st="0" end="0"/>
                                            </p:txEl>
                                          </p:spTgt>
                                        </p:tgtEl>
                                      </p:cBhvr>
                                    </p:animEffect>
                                    <p:anim calcmode="lin" valueType="num">
                                      <p:cBhvr>
                                        <p:cTn id="12" dur="500" fill="hold"/>
                                        <p:tgtEl>
                                          <p:spTgt spid="411">
                                            <p:txEl>
                                              <p:pRg st="0" end="0"/>
                                            </p:txEl>
                                          </p:spTgt>
                                        </p:tgtEl>
                                        <p:attrNameLst>
                                          <p:attrName>ppt_x</p:attrName>
                                        </p:attrNameLst>
                                      </p:cBhvr>
                                      <p:tavLst>
                                        <p:tav tm="0">
                                          <p:val>
                                            <p:strVal val="#ppt_x"/>
                                          </p:val>
                                        </p:tav>
                                        <p:tav tm="100000">
                                          <p:val>
                                            <p:strVal val="#ppt_x"/>
                                          </p:val>
                                        </p:tav>
                                      </p:tavLst>
                                    </p:anim>
                                    <p:anim calcmode="lin" valueType="num">
                                      <p:cBhvr>
                                        <p:cTn id="13" dur="500" fill="hold"/>
                                        <p:tgtEl>
                                          <p:spTgt spid="411">
                                            <p:txEl>
                                              <p:pRg st="0" end="0"/>
                                            </p:txEl>
                                          </p:spTgt>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411">
                                            <p:txEl>
                                              <p:pRg st="4" end="4"/>
                                            </p:txEl>
                                          </p:spTgt>
                                        </p:tgtEl>
                                        <p:attrNameLst>
                                          <p:attrName>style.visibility</p:attrName>
                                        </p:attrNameLst>
                                      </p:cBhvr>
                                      <p:to>
                                        <p:strVal val="visible"/>
                                      </p:to>
                                    </p:set>
                                    <p:animEffect transition="in" filter="fade">
                                      <p:cBhvr>
                                        <p:cTn id="17" dur="500"/>
                                        <p:tgtEl>
                                          <p:spTgt spid="411">
                                            <p:txEl>
                                              <p:pRg st="4" end="4"/>
                                            </p:txEl>
                                          </p:spTgt>
                                        </p:tgtEl>
                                      </p:cBhvr>
                                    </p:animEffect>
                                    <p:anim calcmode="lin" valueType="num">
                                      <p:cBhvr>
                                        <p:cTn id="18" dur="500" fill="hold"/>
                                        <p:tgtEl>
                                          <p:spTgt spid="411">
                                            <p:txEl>
                                              <p:pRg st="4" end="4"/>
                                            </p:txEl>
                                          </p:spTgt>
                                        </p:tgtEl>
                                        <p:attrNameLst>
                                          <p:attrName>ppt_x</p:attrName>
                                        </p:attrNameLst>
                                      </p:cBhvr>
                                      <p:tavLst>
                                        <p:tav tm="0">
                                          <p:val>
                                            <p:strVal val="#ppt_x"/>
                                          </p:val>
                                        </p:tav>
                                        <p:tav tm="100000">
                                          <p:val>
                                            <p:strVal val="#ppt_x"/>
                                          </p:val>
                                        </p:tav>
                                      </p:tavLst>
                                    </p:anim>
                                    <p:anim calcmode="lin" valueType="num">
                                      <p:cBhvr>
                                        <p:cTn id="19" dur="500" fill="hold"/>
                                        <p:tgtEl>
                                          <p:spTgt spid="411">
                                            <p:txEl>
                                              <p:pRg st="4" end="4"/>
                                            </p:txEl>
                                          </p:spTgt>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down)">
                                      <p:cBhvr>
                                        <p:cTn id="27" dur="500"/>
                                        <p:tgtEl>
                                          <p:spTgt spid="14"/>
                                        </p:tgtEl>
                                      </p:cBhvr>
                                    </p:animEffect>
                                  </p:childTnLst>
                                </p:cTn>
                              </p:par>
                              <p:par>
                                <p:cTn id="28" presetID="2" presetClass="entr" presetSubtype="4"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 grpId="0"/>
      <p:bldP spid="41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6A50D32A-E594-FA67-A7E4-A09D613F4D2D}"/>
              </a:ext>
            </a:extLst>
          </p:cNvPr>
          <p:cNvPicPr>
            <a:picLocks noChangeAspect="1"/>
          </p:cNvPicPr>
          <p:nvPr/>
        </p:nvPicPr>
        <p:blipFill>
          <a:blip r:embed="rId2"/>
          <a:stretch>
            <a:fillRect/>
          </a:stretch>
        </p:blipFill>
        <p:spPr>
          <a:xfrm>
            <a:off x="2179905" y="1058238"/>
            <a:ext cx="5092416" cy="36914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cxnSp>
        <p:nvCxnSpPr>
          <p:cNvPr id="4" name="Google Shape;412;p41">
            <a:extLst>
              <a:ext uri="{FF2B5EF4-FFF2-40B4-BE49-F238E27FC236}">
                <a16:creationId xmlns:a16="http://schemas.microsoft.com/office/drawing/2014/main" xmlns="" id="{D68A0E8B-5170-7F68-8FE9-5F96630C1185}"/>
              </a:ext>
            </a:extLst>
          </p:cNvPr>
          <p:cNvCxnSpPr>
            <a:cxnSpLocks/>
          </p:cNvCxnSpPr>
          <p:nvPr/>
        </p:nvCxnSpPr>
        <p:spPr>
          <a:xfrm>
            <a:off x="2938408" y="837343"/>
            <a:ext cx="1890446" cy="35960"/>
          </a:xfrm>
          <a:prstGeom prst="straightConnector1">
            <a:avLst/>
          </a:prstGeom>
          <a:noFill/>
          <a:ln w="28575" cap="flat" cmpd="sng">
            <a:solidFill>
              <a:srgbClr val="FFFFFF"/>
            </a:solidFill>
            <a:prstDash val="solid"/>
            <a:miter lim="800000"/>
            <a:headEnd type="none" w="sm" len="sm"/>
            <a:tailEnd type="none" w="sm" len="sm"/>
          </a:ln>
        </p:spPr>
      </p:cxnSp>
      <p:sp>
        <p:nvSpPr>
          <p:cNvPr id="2" name="Subtitle 1">
            <a:extLst>
              <a:ext uri="{FF2B5EF4-FFF2-40B4-BE49-F238E27FC236}">
                <a16:creationId xmlns:a16="http://schemas.microsoft.com/office/drawing/2014/main" xmlns="" id="{B3428C6E-8CB3-ECA3-0C39-F6CEAC53707B}"/>
              </a:ext>
            </a:extLst>
          </p:cNvPr>
          <p:cNvSpPr>
            <a:spLocks noGrp="1"/>
          </p:cNvSpPr>
          <p:nvPr>
            <p:ph type="subTitle" idx="1"/>
          </p:nvPr>
        </p:nvSpPr>
        <p:spPr>
          <a:xfrm flipH="1">
            <a:off x="3486506" y="272226"/>
            <a:ext cx="1886878" cy="565117"/>
          </a:xfrm>
        </p:spPr>
        <p:txBody>
          <a:bodyPr/>
          <a:lstStyle/>
          <a:p>
            <a:r>
              <a:rPr lang="en-IN" sz="2800" dirty="0"/>
              <a:t>Diagram</a:t>
            </a:r>
          </a:p>
        </p:txBody>
      </p:sp>
    </p:spTree>
    <p:extLst>
      <p:ext uri="{BB962C8B-B14F-4D97-AF65-F5344CB8AC3E}">
        <p14:creationId xmlns:p14="http://schemas.microsoft.com/office/powerpoint/2010/main" val="300868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360"/>
        <p:cNvGrpSpPr/>
        <p:nvPr/>
      </p:nvGrpSpPr>
      <p:grpSpPr>
        <a:xfrm>
          <a:off x="0" y="0"/>
          <a:ext cx="0" cy="0"/>
          <a:chOff x="0" y="0"/>
          <a:chExt cx="0" cy="0"/>
        </a:xfrm>
      </p:grpSpPr>
      <p:sp>
        <p:nvSpPr>
          <p:cNvPr id="361" name="Google Shape;361;p37"/>
          <p:cNvSpPr txBox="1">
            <a:spLocks noGrp="1"/>
          </p:cNvSpPr>
          <p:nvPr>
            <p:ph type="ctrTitle"/>
          </p:nvPr>
        </p:nvSpPr>
        <p:spPr>
          <a:xfrm flipH="1">
            <a:off x="1892675" y="1950950"/>
            <a:ext cx="2304600" cy="12414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2400"/>
              <a:buFont typeface="Nunito Sans Black"/>
              <a:buNone/>
            </a:pPr>
            <a:r>
              <a:rPr lang="es-ES" b="0" dirty="0" err="1">
                <a:solidFill>
                  <a:srgbClr val="FFFFFF"/>
                </a:solidFill>
              </a:rPr>
              <a:t>Design</a:t>
            </a:r>
            <a:r>
              <a:rPr lang="es-ES" b="0" dirty="0">
                <a:solidFill>
                  <a:srgbClr val="FFFFFF"/>
                </a:solidFill>
              </a:rPr>
              <a:t> </a:t>
            </a:r>
            <a:br>
              <a:rPr lang="es-ES" b="0" dirty="0">
                <a:solidFill>
                  <a:srgbClr val="FFFFFF"/>
                </a:solidFill>
              </a:rPr>
            </a:br>
            <a:r>
              <a:rPr lang="es-ES" b="0" dirty="0">
                <a:solidFill>
                  <a:srgbClr val="FFFFFF"/>
                </a:solidFill>
              </a:rPr>
              <a:t>&amp;</a:t>
            </a:r>
            <a:br>
              <a:rPr lang="es-ES" b="0" dirty="0">
                <a:solidFill>
                  <a:srgbClr val="FFFFFF"/>
                </a:solidFill>
              </a:rPr>
            </a:br>
            <a:r>
              <a:rPr lang="es-ES" b="0" dirty="0" err="1">
                <a:solidFill>
                  <a:srgbClr val="FFFFFF"/>
                </a:solidFill>
              </a:rPr>
              <a:t>Implementation</a:t>
            </a:r>
            <a:endParaRPr b="0" dirty="0">
              <a:solidFill>
                <a:srgbClr val="FFFFFF"/>
              </a:solidFill>
            </a:endParaRPr>
          </a:p>
        </p:txBody>
      </p:sp>
      <p:sp>
        <p:nvSpPr>
          <p:cNvPr id="362" name="Google Shape;362;p37"/>
          <p:cNvSpPr txBox="1">
            <a:spLocks noGrp="1"/>
          </p:cNvSpPr>
          <p:nvPr>
            <p:ph type="subTitle" idx="1"/>
          </p:nvPr>
        </p:nvSpPr>
        <p:spPr>
          <a:xfrm>
            <a:off x="4484670" y="1361326"/>
            <a:ext cx="4082937" cy="3056562"/>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900"/>
            </a:pPr>
            <a:endParaRPr lang="en-IN" b="1" dirty="0">
              <a:solidFill>
                <a:srgbClr val="FFFFFF"/>
              </a:solidFill>
            </a:endParaRPr>
          </a:p>
          <a:p>
            <a:pPr marL="0" lvl="0" indent="0" algn="l" rtl="0">
              <a:spcBef>
                <a:spcPts val="0"/>
              </a:spcBef>
              <a:spcAft>
                <a:spcPts val="0"/>
              </a:spcAft>
              <a:buClr>
                <a:schemeClr val="dk1"/>
              </a:buClr>
              <a:buSzPts val="900"/>
            </a:pPr>
            <a:endParaRPr lang="en-IN" b="1" dirty="0"/>
          </a:p>
          <a:p>
            <a:pPr marL="0" lvl="0" indent="0" algn="l" rtl="0">
              <a:spcBef>
                <a:spcPts val="0"/>
              </a:spcBef>
              <a:spcAft>
                <a:spcPts val="0"/>
              </a:spcAft>
              <a:buClr>
                <a:schemeClr val="dk1"/>
              </a:buClr>
              <a:buSzPts val="900"/>
            </a:pPr>
            <a:endParaRPr lang="en-IN" b="1" dirty="0">
              <a:solidFill>
                <a:srgbClr val="FFFFFF"/>
              </a:solidFill>
            </a:endParaRPr>
          </a:p>
          <a:p>
            <a:pPr marL="0" lvl="0" indent="0" algn="l" rtl="0">
              <a:spcBef>
                <a:spcPts val="0"/>
              </a:spcBef>
              <a:spcAft>
                <a:spcPts val="0"/>
              </a:spcAft>
              <a:buClr>
                <a:schemeClr val="dk1"/>
              </a:buClr>
              <a:buSzPts val="900"/>
            </a:pPr>
            <a:endParaRPr lang="en-IN" b="1" dirty="0"/>
          </a:p>
          <a:p>
            <a:pPr marL="0" lvl="0" indent="0" algn="l" rtl="0">
              <a:spcBef>
                <a:spcPts val="0"/>
              </a:spcBef>
              <a:spcAft>
                <a:spcPts val="0"/>
              </a:spcAft>
              <a:buClr>
                <a:schemeClr val="dk1"/>
              </a:buClr>
              <a:buSzPts val="900"/>
            </a:pPr>
            <a:endParaRPr lang="en-IN" b="1" dirty="0">
              <a:solidFill>
                <a:srgbClr val="FFFFFF"/>
              </a:solidFill>
            </a:endParaRPr>
          </a:p>
          <a:p>
            <a:pPr marL="0" lvl="0" indent="0" algn="l" rtl="0">
              <a:spcBef>
                <a:spcPts val="0"/>
              </a:spcBef>
              <a:spcAft>
                <a:spcPts val="0"/>
              </a:spcAft>
              <a:buClr>
                <a:schemeClr val="dk1"/>
              </a:buClr>
              <a:buSzPts val="900"/>
            </a:pPr>
            <a:endParaRPr lang="en-IN" b="1" dirty="0"/>
          </a:p>
          <a:p>
            <a:pPr marL="0" lvl="0" indent="0" algn="l" rtl="0">
              <a:spcBef>
                <a:spcPts val="0"/>
              </a:spcBef>
              <a:spcAft>
                <a:spcPts val="0"/>
              </a:spcAft>
              <a:buClr>
                <a:schemeClr val="dk1"/>
              </a:buClr>
              <a:buSzPts val="900"/>
            </a:pPr>
            <a:endParaRPr lang="en-IN" b="1" dirty="0">
              <a:solidFill>
                <a:srgbClr val="FFFFFF"/>
              </a:solidFill>
            </a:endParaRPr>
          </a:p>
          <a:p>
            <a:pPr marL="0" lvl="0" indent="0" algn="l" rtl="0">
              <a:spcBef>
                <a:spcPts val="0"/>
              </a:spcBef>
              <a:spcAft>
                <a:spcPts val="0"/>
              </a:spcAft>
              <a:buClr>
                <a:schemeClr val="dk1"/>
              </a:buClr>
              <a:buSzPts val="900"/>
            </a:pPr>
            <a:endParaRPr lang="en-IN" sz="1300" b="1" dirty="0">
              <a:solidFill>
                <a:srgbClr val="FFFFFF"/>
              </a:solidFill>
            </a:endParaRPr>
          </a:p>
          <a:p>
            <a:pPr marL="0" lvl="0" indent="0" algn="l" rtl="0">
              <a:spcBef>
                <a:spcPts val="0"/>
              </a:spcBef>
              <a:spcAft>
                <a:spcPts val="0"/>
              </a:spcAft>
              <a:buClr>
                <a:schemeClr val="dk1"/>
              </a:buClr>
              <a:buSzPts val="900"/>
            </a:pPr>
            <a:endParaRPr lang="en-IN" sz="1300" b="1" dirty="0"/>
          </a:p>
          <a:p>
            <a:pPr marL="0" lvl="0" indent="0" algn="l" rtl="0">
              <a:spcBef>
                <a:spcPts val="0"/>
              </a:spcBef>
              <a:spcAft>
                <a:spcPts val="0"/>
              </a:spcAft>
              <a:buClr>
                <a:schemeClr val="dk1"/>
              </a:buClr>
              <a:buSzPts val="900"/>
            </a:pPr>
            <a:endParaRPr lang="en-IN" sz="1300" b="1" dirty="0">
              <a:solidFill>
                <a:srgbClr val="FFFFFF"/>
              </a:solidFill>
            </a:endParaRPr>
          </a:p>
          <a:p>
            <a:pPr marL="0" lvl="0" indent="0" algn="l" rtl="0">
              <a:spcBef>
                <a:spcPts val="0"/>
              </a:spcBef>
              <a:spcAft>
                <a:spcPts val="0"/>
              </a:spcAft>
              <a:buClr>
                <a:schemeClr val="dk1"/>
              </a:buClr>
              <a:buSzPts val="900"/>
            </a:pPr>
            <a:endParaRPr lang="en-IN" sz="1300" b="1" dirty="0"/>
          </a:p>
          <a:p>
            <a:pPr marL="0" lvl="0" indent="0" algn="l" rtl="0">
              <a:spcBef>
                <a:spcPts val="0"/>
              </a:spcBef>
              <a:spcAft>
                <a:spcPts val="0"/>
              </a:spcAft>
              <a:buClr>
                <a:schemeClr val="dk1"/>
              </a:buClr>
              <a:buSzPts val="900"/>
            </a:pPr>
            <a:r>
              <a:rPr lang="en-IN" sz="1300" b="1" dirty="0">
                <a:solidFill>
                  <a:srgbClr val="FFFFFF"/>
                </a:solidFill>
              </a:rPr>
              <a:t>1. Design : </a:t>
            </a:r>
          </a:p>
          <a:p>
            <a:pPr marL="0" lvl="0" indent="0" algn="l" rtl="0">
              <a:spcBef>
                <a:spcPts val="0"/>
              </a:spcBef>
              <a:spcAft>
                <a:spcPts val="0"/>
              </a:spcAft>
              <a:buClr>
                <a:schemeClr val="dk1"/>
              </a:buClr>
              <a:buSzPts val="900"/>
            </a:pPr>
            <a:endParaRPr lang="en-IN" dirty="0">
              <a:solidFill>
                <a:srgbClr val="FFFFFF"/>
              </a:solidFill>
            </a:endParaRPr>
          </a:p>
          <a:p>
            <a:pPr marL="0" lvl="0" indent="0" algn="l" rtl="0">
              <a:spcBef>
                <a:spcPts val="0"/>
              </a:spcBef>
              <a:spcAft>
                <a:spcPts val="0"/>
              </a:spcAft>
              <a:buClr>
                <a:schemeClr val="dk1"/>
              </a:buClr>
              <a:buSzPts val="900"/>
            </a:pPr>
            <a:r>
              <a:rPr lang="en-IN" dirty="0">
                <a:solidFill>
                  <a:srgbClr val="FFFFFF"/>
                </a:solidFill>
              </a:rPr>
              <a:t>	Here we have used background images, photos, mp4 file videos, texts and labels  etc….</a:t>
            </a:r>
          </a:p>
          <a:p>
            <a:pPr marL="0" lvl="0" indent="0" algn="l" rtl="0">
              <a:spcBef>
                <a:spcPts val="0"/>
              </a:spcBef>
              <a:spcAft>
                <a:spcPts val="0"/>
              </a:spcAft>
              <a:buClr>
                <a:schemeClr val="dk1"/>
              </a:buClr>
              <a:buSzPts val="900"/>
            </a:pPr>
            <a:endParaRPr lang="en-IN" dirty="0"/>
          </a:p>
          <a:p>
            <a:pPr marL="0" lvl="0" indent="0" algn="l" rtl="0">
              <a:spcBef>
                <a:spcPts val="0"/>
              </a:spcBef>
              <a:spcAft>
                <a:spcPts val="0"/>
              </a:spcAft>
              <a:buClr>
                <a:schemeClr val="dk1"/>
              </a:buClr>
              <a:buSzPts val="900"/>
            </a:pPr>
            <a:endParaRPr lang="en-IN" dirty="0">
              <a:solidFill>
                <a:srgbClr val="FFFFFF"/>
              </a:solidFill>
            </a:endParaRPr>
          </a:p>
          <a:p>
            <a:pPr marL="0" indent="0">
              <a:spcBef>
                <a:spcPts val="0"/>
              </a:spcBef>
              <a:buClr>
                <a:schemeClr val="dk1"/>
              </a:buClr>
              <a:buSzPts val="900"/>
            </a:pPr>
            <a:r>
              <a:rPr lang="en-IN" b="1" dirty="0"/>
              <a:t>2</a:t>
            </a:r>
            <a:r>
              <a:rPr lang="en-IN" sz="1200" b="1" dirty="0">
                <a:solidFill>
                  <a:srgbClr val="FFFFFF"/>
                </a:solidFill>
              </a:rPr>
              <a:t>. Implementation : </a:t>
            </a:r>
          </a:p>
          <a:p>
            <a:pPr marL="0" indent="0">
              <a:spcBef>
                <a:spcPts val="0"/>
              </a:spcBef>
              <a:buClr>
                <a:schemeClr val="dk1"/>
              </a:buClr>
              <a:buSzPts val="900"/>
            </a:pPr>
            <a:r>
              <a:rPr lang="en-IN" b="1" dirty="0"/>
              <a:t>     </a:t>
            </a:r>
          </a:p>
          <a:p>
            <a:pPr marL="0" indent="0">
              <a:spcBef>
                <a:spcPts val="0"/>
              </a:spcBef>
              <a:buClr>
                <a:schemeClr val="dk1"/>
              </a:buClr>
              <a:buSzPts val="900"/>
            </a:pPr>
            <a:r>
              <a:rPr lang="en-IN" sz="1200" b="1" dirty="0">
                <a:solidFill>
                  <a:srgbClr val="FFFFFF"/>
                </a:solidFill>
              </a:rPr>
              <a:t>       &gt;&gt; </a:t>
            </a:r>
            <a:r>
              <a:rPr lang="en-IN" sz="1200" dirty="0">
                <a:solidFill>
                  <a:srgbClr val="FFFFFF"/>
                </a:solidFill>
              </a:rPr>
              <a:t>Languages </a:t>
            </a:r>
          </a:p>
          <a:p>
            <a:pPr marL="0" indent="0">
              <a:spcBef>
                <a:spcPts val="0"/>
              </a:spcBef>
              <a:buClr>
                <a:schemeClr val="dk1"/>
              </a:buClr>
              <a:buSzPts val="900"/>
            </a:pPr>
            <a:endParaRPr lang="en-IN" sz="1200" b="1" dirty="0">
              <a:solidFill>
                <a:srgbClr val="FFFFFF"/>
              </a:solidFill>
            </a:endParaRPr>
          </a:p>
          <a:p>
            <a:pPr marL="0" indent="0">
              <a:spcBef>
                <a:spcPts val="0"/>
              </a:spcBef>
              <a:buClr>
                <a:schemeClr val="dk1"/>
              </a:buClr>
              <a:buSzPts val="900"/>
            </a:pPr>
            <a:endParaRPr lang="en-IN" sz="1200" b="1" dirty="0">
              <a:solidFill>
                <a:srgbClr val="FFFFFF"/>
              </a:solidFill>
            </a:endParaRPr>
          </a:p>
          <a:p>
            <a:pPr marL="0" lvl="0" indent="0" algn="l" rtl="0">
              <a:spcBef>
                <a:spcPts val="0"/>
              </a:spcBef>
              <a:spcAft>
                <a:spcPts val="0"/>
              </a:spcAft>
              <a:buClr>
                <a:schemeClr val="dk1"/>
              </a:buClr>
              <a:buSzPts val="900"/>
            </a:pPr>
            <a:endParaRPr lang="en-IN" dirty="0">
              <a:solidFill>
                <a:srgbClr val="FFFFFF"/>
              </a:solidFill>
            </a:endParaRPr>
          </a:p>
          <a:p>
            <a:pPr marL="0" lvl="0" indent="0" algn="l" rtl="0">
              <a:spcBef>
                <a:spcPts val="0"/>
              </a:spcBef>
              <a:spcAft>
                <a:spcPts val="0"/>
              </a:spcAft>
              <a:buClr>
                <a:schemeClr val="dk1"/>
              </a:buClr>
              <a:buSzPts val="900"/>
            </a:pPr>
            <a:endParaRPr lang="en-IN" dirty="0"/>
          </a:p>
          <a:p>
            <a:pPr marL="0" lvl="0" indent="0" algn="l" rtl="0">
              <a:spcBef>
                <a:spcPts val="0"/>
              </a:spcBef>
              <a:spcAft>
                <a:spcPts val="0"/>
              </a:spcAft>
              <a:buClr>
                <a:schemeClr val="dk1"/>
              </a:buClr>
              <a:buSzPts val="900"/>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lang="en-IN" dirty="0">
              <a:solidFill>
                <a:srgbClr val="FFFFFF"/>
              </a:solidFill>
            </a:endParaRPr>
          </a:p>
          <a:p>
            <a:pPr marL="0" lvl="0" indent="0" algn="l" rtl="0">
              <a:spcBef>
                <a:spcPts val="0"/>
              </a:spcBef>
              <a:spcAft>
                <a:spcPts val="0"/>
              </a:spcAft>
              <a:buClr>
                <a:schemeClr val="dk1"/>
              </a:buClr>
              <a:buSzPts val="900"/>
              <a:buFont typeface="Calibri"/>
              <a:buNone/>
            </a:pPr>
            <a:endParaRPr lang="en-IN" dirty="0"/>
          </a:p>
          <a:p>
            <a:pPr marL="0" lvl="0" indent="0" algn="l" rtl="0">
              <a:spcBef>
                <a:spcPts val="0"/>
              </a:spcBef>
              <a:spcAft>
                <a:spcPts val="0"/>
              </a:spcAft>
              <a:buClr>
                <a:schemeClr val="dk1"/>
              </a:buClr>
              <a:buSzPts val="900"/>
              <a:buFont typeface="Calibri"/>
              <a:buNone/>
            </a:pPr>
            <a:endParaRPr dirty="0">
              <a:solidFill>
                <a:srgbClr val="FFFFFF"/>
              </a:solidFill>
            </a:endParaRPr>
          </a:p>
        </p:txBody>
      </p:sp>
      <p:sp>
        <p:nvSpPr>
          <p:cNvPr id="3" name="Oval 2">
            <a:extLst>
              <a:ext uri="{FF2B5EF4-FFF2-40B4-BE49-F238E27FC236}">
                <a16:creationId xmlns:a16="http://schemas.microsoft.com/office/drawing/2014/main" xmlns="" id="{AED33034-9918-4DDC-FE50-68FBF5C15C56}"/>
              </a:ext>
            </a:extLst>
          </p:cNvPr>
          <p:cNvSpPr/>
          <p:nvPr/>
        </p:nvSpPr>
        <p:spPr>
          <a:xfrm>
            <a:off x="5702156" y="3251771"/>
            <a:ext cx="1186665" cy="1166117"/>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lvl="0" indent="0" algn="l" rtl="0">
              <a:spcBef>
                <a:spcPts val="0"/>
              </a:spcBef>
              <a:spcAft>
                <a:spcPts val="0"/>
              </a:spcAft>
              <a:buNone/>
            </a:pPr>
            <a:r>
              <a:rPr lang="en-IN" dirty="0"/>
              <a:t>75%</a:t>
            </a:r>
          </a:p>
        </p:txBody>
      </p:sp>
      <p:cxnSp>
        <p:nvCxnSpPr>
          <p:cNvPr id="5" name="Straight Connector 4">
            <a:extLst>
              <a:ext uri="{FF2B5EF4-FFF2-40B4-BE49-F238E27FC236}">
                <a16:creationId xmlns:a16="http://schemas.microsoft.com/office/drawing/2014/main" xmlns="" id="{E1CEBA18-3C13-1084-C759-5BC7A23E410E}"/>
              </a:ext>
            </a:extLst>
          </p:cNvPr>
          <p:cNvCxnSpPr/>
          <p:nvPr/>
        </p:nvCxnSpPr>
        <p:spPr>
          <a:xfrm>
            <a:off x="5686746" y="3816849"/>
            <a:ext cx="621587"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xmlns="" id="{68F40520-381F-82DD-CEAF-162A8188A5CC}"/>
              </a:ext>
            </a:extLst>
          </p:cNvPr>
          <p:cNvCxnSpPr>
            <a:cxnSpLocks/>
          </p:cNvCxnSpPr>
          <p:nvPr/>
        </p:nvCxnSpPr>
        <p:spPr>
          <a:xfrm flipV="1">
            <a:off x="6310900" y="3251771"/>
            <a:ext cx="0" cy="565078"/>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CD19E99F-BBA4-6C7E-F167-131A1EA1427B}"/>
              </a:ext>
            </a:extLst>
          </p:cNvPr>
          <p:cNvSpPr txBox="1"/>
          <p:nvPr/>
        </p:nvSpPr>
        <p:spPr>
          <a:xfrm>
            <a:off x="6187609" y="3891336"/>
            <a:ext cx="716622" cy="307777"/>
          </a:xfrm>
          <a:prstGeom prst="rect">
            <a:avLst/>
          </a:prstGeom>
          <a:noFill/>
        </p:spPr>
        <p:txBody>
          <a:bodyPr wrap="square">
            <a:spAutoFit/>
          </a:bodyPr>
          <a:lstStyle/>
          <a:p>
            <a:pPr marL="0" lvl="0" indent="0" algn="l" rtl="0">
              <a:spcBef>
                <a:spcPts val="0"/>
              </a:spcBef>
              <a:spcAft>
                <a:spcPts val="0"/>
              </a:spcAft>
              <a:buNone/>
            </a:pPr>
            <a:r>
              <a:rPr lang="en-IN" b="1" dirty="0">
                <a:solidFill>
                  <a:schemeClr val="tx1"/>
                </a:solidFill>
              </a:rPr>
              <a:t>75%</a:t>
            </a:r>
          </a:p>
        </p:txBody>
      </p:sp>
      <p:sp>
        <p:nvSpPr>
          <p:cNvPr id="12" name="TextBox 11">
            <a:extLst>
              <a:ext uri="{FF2B5EF4-FFF2-40B4-BE49-F238E27FC236}">
                <a16:creationId xmlns:a16="http://schemas.microsoft.com/office/drawing/2014/main" xmlns="" id="{0FF6D50C-1831-2616-53C7-B189E95478F4}"/>
              </a:ext>
            </a:extLst>
          </p:cNvPr>
          <p:cNvSpPr txBox="1"/>
          <p:nvPr/>
        </p:nvSpPr>
        <p:spPr>
          <a:xfrm>
            <a:off x="5821593" y="3471828"/>
            <a:ext cx="716622" cy="307777"/>
          </a:xfrm>
          <a:prstGeom prst="rect">
            <a:avLst/>
          </a:prstGeom>
          <a:noFill/>
        </p:spPr>
        <p:txBody>
          <a:bodyPr wrap="square">
            <a:spAutoFit/>
          </a:bodyPr>
          <a:lstStyle/>
          <a:p>
            <a:pPr marL="0" lvl="0" indent="0" algn="l" rtl="0">
              <a:spcBef>
                <a:spcPts val="0"/>
              </a:spcBef>
              <a:spcAft>
                <a:spcPts val="0"/>
              </a:spcAft>
              <a:buNone/>
            </a:pPr>
            <a:r>
              <a:rPr lang="en-IN" b="1" dirty="0">
                <a:solidFill>
                  <a:schemeClr val="tx1"/>
                </a:solidFill>
              </a:rPr>
              <a:t>25%</a:t>
            </a:r>
          </a:p>
        </p:txBody>
      </p:sp>
      <p:cxnSp>
        <p:nvCxnSpPr>
          <p:cNvPr id="18" name="Straight Connector 17">
            <a:extLst>
              <a:ext uri="{FF2B5EF4-FFF2-40B4-BE49-F238E27FC236}">
                <a16:creationId xmlns:a16="http://schemas.microsoft.com/office/drawing/2014/main" xmlns="" id="{29A43887-03C0-75E2-F5BA-35045B0B3B6B}"/>
              </a:ext>
            </a:extLst>
          </p:cNvPr>
          <p:cNvCxnSpPr>
            <a:stCxn id="3" idx="6"/>
          </p:cNvCxnSpPr>
          <p:nvPr/>
        </p:nvCxnSpPr>
        <p:spPr>
          <a:xfrm flipV="1">
            <a:off x="6888821" y="3834829"/>
            <a:ext cx="210622"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1D855DA5-1FB0-AFFA-5D0A-D81901708DD0}"/>
              </a:ext>
            </a:extLst>
          </p:cNvPr>
          <p:cNvCxnSpPr>
            <a:cxnSpLocks/>
          </p:cNvCxnSpPr>
          <p:nvPr/>
        </p:nvCxnSpPr>
        <p:spPr>
          <a:xfrm flipH="1" flipV="1">
            <a:off x="7099823" y="3625716"/>
            <a:ext cx="3" cy="2091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B2D6A4A6-99F2-AD57-68F6-EFC411439602}"/>
              </a:ext>
            </a:extLst>
          </p:cNvPr>
          <p:cNvCxnSpPr>
            <a:cxnSpLocks/>
          </p:cNvCxnSpPr>
          <p:nvPr/>
        </p:nvCxnSpPr>
        <p:spPr>
          <a:xfrm>
            <a:off x="7098156" y="3625715"/>
            <a:ext cx="395558" cy="4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xmlns="" id="{B6B97EBA-928D-CFAA-214F-67A73C4CE097}"/>
              </a:ext>
            </a:extLst>
          </p:cNvPr>
          <p:cNvSpPr txBox="1"/>
          <p:nvPr/>
        </p:nvSpPr>
        <p:spPr>
          <a:xfrm>
            <a:off x="7410346" y="3419330"/>
            <a:ext cx="965003" cy="523220"/>
          </a:xfrm>
          <a:prstGeom prst="rect">
            <a:avLst/>
          </a:prstGeom>
          <a:noFill/>
        </p:spPr>
        <p:txBody>
          <a:bodyPr wrap="square">
            <a:spAutoFit/>
          </a:bodyPr>
          <a:lstStyle/>
          <a:p>
            <a:pPr marL="0" lvl="0" indent="0" algn="ctr" rtl="0">
              <a:spcBef>
                <a:spcPts val="0"/>
              </a:spcBef>
              <a:spcAft>
                <a:spcPts val="0"/>
              </a:spcAft>
              <a:buNone/>
            </a:pPr>
            <a:r>
              <a:rPr lang="en-IN" b="1" dirty="0">
                <a:solidFill>
                  <a:srgbClr val="FFFF00"/>
                </a:solidFill>
              </a:rPr>
              <a:t>Python </a:t>
            </a:r>
          </a:p>
          <a:p>
            <a:pPr marL="0" lvl="0" indent="0" algn="ctr" rtl="0">
              <a:spcBef>
                <a:spcPts val="0"/>
              </a:spcBef>
              <a:spcAft>
                <a:spcPts val="0"/>
              </a:spcAft>
              <a:buNone/>
            </a:pPr>
            <a:r>
              <a:rPr lang="en-IN" b="1" dirty="0">
                <a:solidFill>
                  <a:srgbClr val="FFFF00"/>
                </a:solidFill>
              </a:rPr>
              <a:t>(Coding)</a:t>
            </a:r>
          </a:p>
        </p:txBody>
      </p:sp>
      <p:cxnSp>
        <p:nvCxnSpPr>
          <p:cNvPr id="31" name="Straight Connector 30">
            <a:extLst>
              <a:ext uri="{FF2B5EF4-FFF2-40B4-BE49-F238E27FC236}">
                <a16:creationId xmlns:a16="http://schemas.microsoft.com/office/drawing/2014/main" xmlns="" id="{B2211CF1-4438-642C-C0E6-946D92031A2A}"/>
              </a:ext>
            </a:extLst>
          </p:cNvPr>
          <p:cNvCxnSpPr/>
          <p:nvPr/>
        </p:nvCxnSpPr>
        <p:spPr>
          <a:xfrm flipV="1">
            <a:off x="5581435" y="3625714"/>
            <a:ext cx="210622"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xmlns="" id="{247768A1-8F39-EA70-18DE-A111002DB33F}"/>
              </a:ext>
            </a:extLst>
          </p:cNvPr>
          <p:cNvCxnSpPr>
            <a:cxnSpLocks/>
          </p:cNvCxnSpPr>
          <p:nvPr/>
        </p:nvCxnSpPr>
        <p:spPr>
          <a:xfrm flipH="1" flipV="1">
            <a:off x="5579243" y="3625716"/>
            <a:ext cx="3" cy="2091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xmlns="" id="{D2D8A1E6-8FEA-3AB8-5A47-71673541092C}"/>
              </a:ext>
            </a:extLst>
          </p:cNvPr>
          <p:cNvCxnSpPr>
            <a:cxnSpLocks/>
          </p:cNvCxnSpPr>
          <p:nvPr/>
        </p:nvCxnSpPr>
        <p:spPr>
          <a:xfrm>
            <a:off x="5195813" y="3826673"/>
            <a:ext cx="395558" cy="4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xmlns="" id="{3FFB6646-B77E-45D1-2418-6C60D18AAF15}"/>
              </a:ext>
            </a:extLst>
          </p:cNvPr>
          <p:cNvSpPr txBox="1"/>
          <p:nvPr/>
        </p:nvSpPr>
        <p:spPr>
          <a:xfrm>
            <a:off x="4263779" y="3680940"/>
            <a:ext cx="1129814" cy="523220"/>
          </a:xfrm>
          <a:prstGeom prst="rect">
            <a:avLst/>
          </a:prstGeom>
          <a:noFill/>
        </p:spPr>
        <p:txBody>
          <a:bodyPr wrap="square">
            <a:spAutoFit/>
          </a:bodyPr>
          <a:lstStyle/>
          <a:p>
            <a:pPr marL="0" lvl="0" indent="0" algn="ctr" rtl="0">
              <a:spcBef>
                <a:spcPts val="0"/>
              </a:spcBef>
              <a:spcAft>
                <a:spcPts val="0"/>
              </a:spcAft>
              <a:buNone/>
            </a:pPr>
            <a:r>
              <a:rPr lang="en-IN" b="1" dirty="0">
                <a:solidFill>
                  <a:srgbClr val="FFFF00"/>
                </a:solidFill>
              </a:rPr>
              <a:t>MySQL</a:t>
            </a:r>
          </a:p>
          <a:p>
            <a:pPr marL="0" lvl="0" indent="0" algn="ctr" rtl="0">
              <a:spcBef>
                <a:spcPts val="0"/>
              </a:spcBef>
              <a:spcAft>
                <a:spcPts val="0"/>
              </a:spcAft>
              <a:buNone/>
            </a:pPr>
            <a:r>
              <a:rPr lang="en-IN" b="1" dirty="0">
                <a:solidFill>
                  <a:srgbClr val="FFFF00"/>
                </a:solidFill>
              </a:rPr>
              <a:t>(Database)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61"/>
                                        </p:tgtEl>
                                        <p:attrNameLst>
                                          <p:attrName>style.visibility</p:attrName>
                                        </p:attrNameLst>
                                      </p:cBhvr>
                                      <p:to>
                                        <p:strVal val="visible"/>
                                      </p:to>
                                    </p:set>
                                    <p:animEffect transition="in" filter="randombar(horizontal)">
                                      <p:cBhvr>
                                        <p:cTn id="7" dur="500"/>
                                        <p:tgtEl>
                                          <p:spTgt spid="36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2">
                                            <p:txEl>
                                              <p:pRg st="11" end="11"/>
                                            </p:txEl>
                                          </p:spTgt>
                                        </p:tgtEl>
                                        <p:attrNameLst>
                                          <p:attrName>style.visibility</p:attrName>
                                        </p:attrNameLst>
                                      </p:cBhvr>
                                      <p:to>
                                        <p:strVal val="visible"/>
                                      </p:to>
                                    </p:set>
                                    <p:animEffect transition="in" filter="fade">
                                      <p:cBhvr>
                                        <p:cTn id="11" dur="500"/>
                                        <p:tgtEl>
                                          <p:spTgt spid="362">
                                            <p:txEl>
                                              <p:pRg st="11" end="1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62">
                                            <p:txEl>
                                              <p:pRg st="13" end="13"/>
                                            </p:txEl>
                                          </p:spTgt>
                                        </p:tgtEl>
                                        <p:attrNameLst>
                                          <p:attrName>style.visibility</p:attrName>
                                        </p:attrNameLst>
                                      </p:cBhvr>
                                      <p:to>
                                        <p:strVal val="visible"/>
                                      </p:to>
                                    </p:set>
                                    <p:animEffect transition="in" filter="fade">
                                      <p:cBhvr>
                                        <p:cTn id="15" dur="500"/>
                                        <p:tgtEl>
                                          <p:spTgt spid="362">
                                            <p:txEl>
                                              <p:pRg st="13" end="13"/>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62">
                                            <p:txEl>
                                              <p:pRg st="16" end="16"/>
                                            </p:txEl>
                                          </p:spTgt>
                                        </p:tgtEl>
                                        <p:attrNameLst>
                                          <p:attrName>style.visibility</p:attrName>
                                        </p:attrNameLst>
                                      </p:cBhvr>
                                      <p:to>
                                        <p:strVal val="visible"/>
                                      </p:to>
                                    </p:set>
                                    <p:animEffect transition="in" filter="fade">
                                      <p:cBhvr>
                                        <p:cTn id="19" dur="500"/>
                                        <p:tgtEl>
                                          <p:spTgt spid="362">
                                            <p:txEl>
                                              <p:pRg st="16" end="16"/>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62">
                                            <p:txEl>
                                              <p:pRg st="17" end="17"/>
                                            </p:txEl>
                                          </p:spTgt>
                                        </p:tgtEl>
                                        <p:attrNameLst>
                                          <p:attrName>style.visibility</p:attrName>
                                        </p:attrNameLst>
                                      </p:cBhvr>
                                      <p:to>
                                        <p:strVal val="visible"/>
                                      </p:to>
                                    </p:set>
                                    <p:animEffect transition="in" filter="fade">
                                      <p:cBhvr>
                                        <p:cTn id="23" dur="500"/>
                                        <p:tgtEl>
                                          <p:spTgt spid="362">
                                            <p:txEl>
                                              <p:pRg st="17" end="17"/>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62">
                                            <p:txEl>
                                              <p:pRg st="18" end="18"/>
                                            </p:txEl>
                                          </p:spTgt>
                                        </p:tgtEl>
                                        <p:attrNameLst>
                                          <p:attrName>style.visibility</p:attrName>
                                        </p:attrNameLst>
                                      </p:cBhvr>
                                      <p:to>
                                        <p:strVal val="visible"/>
                                      </p:to>
                                    </p:set>
                                    <p:animEffect transition="in" filter="fade">
                                      <p:cBhvr>
                                        <p:cTn id="27" dur="500"/>
                                        <p:tgtEl>
                                          <p:spTgt spid="362">
                                            <p:txEl>
                                              <p:pRg st="18" end="18"/>
                                            </p:txEl>
                                          </p:spTgt>
                                        </p:tgtEl>
                                      </p:cBhvr>
                                    </p:animEffect>
                                  </p:childTnLst>
                                </p:cTn>
                              </p:par>
                            </p:childTnLst>
                          </p:cTn>
                        </p:par>
                        <p:par>
                          <p:cTn id="28" fill="hold">
                            <p:stCondLst>
                              <p:cond delay="3000"/>
                            </p:stCondLst>
                            <p:childTnLst>
                              <p:par>
                                <p:cTn id="29" presetID="21" presetClass="entr" presetSubtype="1"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heel(1)">
                                      <p:cBhvr>
                                        <p:cTn id="31" dur="1000"/>
                                        <p:tgtEl>
                                          <p:spTgt spid="3"/>
                                        </p:tgtEl>
                                      </p:cBhvr>
                                    </p:animEffect>
                                  </p:childTnLst>
                                </p:cTn>
                              </p:par>
                            </p:childTnLst>
                          </p:cTn>
                        </p:par>
                        <p:par>
                          <p:cTn id="32" fill="hold">
                            <p:stCondLst>
                              <p:cond delay="4000"/>
                            </p:stCondLst>
                            <p:childTnLst>
                              <p:par>
                                <p:cTn id="33" presetID="10" presetClass="entr" presetSubtype="0"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4500"/>
                            </p:stCondLst>
                            <p:childTnLst>
                              <p:par>
                                <p:cTn id="40" presetID="2" presetClass="entr" presetSubtype="4" fill="hold" grpId="0" nodeType="after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34"/>
                                        </p:tgtEl>
                                        <p:attrNameLst>
                                          <p:attrName>style.visibility</p:attrName>
                                        </p:attrNameLst>
                                      </p:cBhvr>
                                      <p:to>
                                        <p:strVal val="visible"/>
                                      </p:to>
                                    </p:set>
                                    <p:anim calcmode="lin" valueType="num">
                                      <p:cBhvr additive="base">
                                        <p:cTn id="46" dur="500" fill="hold"/>
                                        <p:tgtEl>
                                          <p:spTgt spid="34"/>
                                        </p:tgtEl>
                                        <p:attrNameLst>
                                          <p:attrName>ppt_x</p:attrName>
                                        </p:attrNameLst>
                                      </p:cBhvr>
                                      <p:tavLst>
                                        <p:tav tm="0">
                                          <p:val>
                                            <p:strVal val="#ppt_x"/>
                                          </p:val>
                                        </p:tav>
                                        <p:tav tm="100000">
                                          <p:val>
                                            <p:strVal val="#ppt_x"/>
                                          </p:val>
                                        </p:tav>
                                      </p:tavLst>
                                    </p:anim>
                                    <p:anim calcmode="lin" valueType="num">
                                      <p:cBhvr additive="base">
                                        <p:cTn id="47" dur="500" fill="hold"/>
                                        <p:tgtEl>
                                          <p:spTgt spid="3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24"/>
                                        </p:tgtEl>
                                        <p:attrNameLst>
                                          <p:attrName>style.visibility</p:attrName>
                                        </p:attrNameLst>
                                      </p:cBhvr>
                                      <p:to>
                                        <p:strVal val="visible"/>
                                      </p:to>
                                    </p:set>
                                    <p:anim calcmode="lin" valueType="num">
                                      <p:cBhvr additive="base">
                                        <p:cTn id="50" dur="500" fill="hold"/>
                                        <p:tgtEl>
                                          <p:spTgt spid="24"/>
                                        </p:tgtEl>
                                        <p:attrNameLst>
                                          <p:attrName>ppt_x</p:attrName>
                                        </p:attrNameLst>
                                      </p:cBhvr>
                                      <p:tavLst>
                                        <p:tav tm="0">
                                          <p:val>
                                            <p:strVal val="#ppt_x"/>
                                          </p:val>
                                        </p:tav>
                                        <p:tav tm="100000">
                                          <p:val>
                                            <p:strVal val="#ppt_x"/>
                                          </p:val>
                                        </p:tav>
                                      </p:tavLst>
                                    </p:anim>
                                    <p:anim calcmode="lin" valueType="num">
                                      <p:cBhvr additive="base">
                                        <p:cTn id="51" dur="500" fill="hold"/>
                                        <p:tgtEl>
                                          <p:spTgt spid="24"/>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 grpId="0"/>
      <p:bldP spid="362" grpId="0" build="p"/>
      <p:bldP spid="3" grpId="0" animBg="1"/>
      <p:bldP spid="11" grpId="0"/>
      <p:bldP spid="12" grpId="0"/>
      <p:bldP spid="30"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366"/>
        <p:cNvGrpSpPr/>
        <p:nvPr/>
      </p:nvGrpSpPr>
      <p:grpSpPr>
        <a:xfrm>
          <a:off x="0" y="0"/>
          <a:ext cx="0" cy="0"/>
          <a:chOff x="0" y="0"/>
          <a:chExt cx="0" cy="0"/>
        </a:xfrm>
      </p:grpSpPr>
      <p:sp>
        <p:nvSpPr>
          <p:cNvPr id="367" name="Google Shape;367;p38"/>
          <p:cNvSpPr txBox="1">
            <a:spLocks noGrp="1"/>
          </p:cNvSpPr>
          <p:nvPr>
            <p:ph type="ctrTitle"/>
          </p:nvPr>
        </p:nvSpPr>
        <p:spPr>
          <a:xfrm flipH="1">
            <a:off x="1478164" y="1950950"/>
            <a:ext cx="2799579" cy="12414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2100"/>
              <a:buFont typeface="Nunito Sans Black"/>
              <a:buNone/>
            </a:pPr>
            <a:r>
              <a:rPr lang="es-ES" b="0" dirty="0" err="1" smtClean="0">
                <a:solidFill>
                  <a:srgbClr val="FFFFFF"/>
                </a:solidFill>
              </a:rPr>
              <a:t>Features</a:t>
            </a:r>
            <a:r>
              <a:rPr lang="es-ES" b="0" dirty="0" smtClean="0">
                <a:solidFill>
                  <a:srgbClr val="FFFFFF"/>
                </a:solidFill>
              </a:rPr>
              <a:t> </a:t>
            </a:r>
            <a:r>
              <a:rPr lang="es-ES" dirty="0" smtClean="0"/>
              <a:t>/</a:t>
            </a:r>
            <a:r>
              <a:rPr lang="es-ES" dirty="0"/>
              <a:t> </a:t>
            </a:r>
            <a:r>
              <a:rPr lang="es-ES" dirty="0" err="1" smtClean="0"/>
              <a:t>Functionality</a:t>
            </a:r>
            <a:endParaRPr b="0" dirty="0">
              <a:solidFill>
                <a:srgbClr val="FFFFFF"/>
              </a:solidFill>
            </a:endParaRPr>
          </a:p>
        </p:txBody>
      </p:sp>
      <p:sp>
        <p:nvSpPr>
          <p:cNvPr id="368" name="Google Shape;368;p38"/>
          <p:cNvSpPr txBox="1">
            <a:spLocks noGrp="1"/>
          </p:cNvSpPr>
          <p:nvPr>
            <p:ph type="subTitle" idx="1"/>
          </p:nvPr>
        </p:nvSpPr>
        <p:spPr>
          <a:xfrm>
            <a:off x="4757631" y="1062546"/>
            <a:ext cx="3306965" cy="3018208"/>
          </a:xfrm>
          <a:prstGeom prst="rect">
            <a:avLst/>
          </a:prstGeom>
        </p:spPr>
        <p:txBody>
          <a:bodyPr spcFirstLastPara="1" wrap="square" lIns="68575" tIns="34275" rIns="68575" bIns="34275" anchor="ctr" anchorCtr="0">
            <a:noAutofit/>
          </a:bodyPr>
          <a:lstStyle/>
          <a:p>
            <a:pPr marL="228600" lvl="0" indent="-228600" algn="l" rtl="0">
              <a:spcBef>
                <a:spcPts val="800"/>
              </a:spcBef>
              <a:spcAft>
                <a:spcPts val="0"/>
              </a:spcAft>
              <a:buAutoNum type="arabicPeriod"/>
            </a:pPr>
            <a:r>
              <a:rPr lang="en-IN" dirty="0" smtClean="0"/>
              <a:t>Two-Factor Authentication</a:t>
            </a:r>
          </a:p>
          <a:p>
            <a:pPr marL="228600" lvl="0" indent="-228600" algn="l" rtl="0">
              <a:spcBef>
                <a:spcPts val="800"/>
              </a:spcBef>
              <a:spcAft>
                <a:spcPts val="0"/>
              </a:spcAft>
              <a:buAutoNum type="arabicPeriod"/>
            </a:pPr>
            <a:r>
              <a:rPr lang="en-IN" dirty="0" smtClean="0"/>
              <a:t>Secure Login</a:t>
            </a:r>
          </a:p>
          <a:p>
            <a:pPr marL="228600" lvl="0" indent="-228600" algn="l" rtl="0">
              <a:spcBef>
                <a:spcPts val="800"/>
              </a:spcBef>
              <a:spcAft>
                <a:spcPts val="0"/>
              </a:spcAft>
              <a:buAutoNum type="arabicPeriod"/>
            </a:pPr>
            <a:r>
              <a:rPr lang="en-IN" dirty="0" smtClean="0"/>
              <a:t>Hardware-based Security</a:t>
            </a:r>
          </a:p>
          <a:p>
            <a:pPr marL="228600" lvl="0" indent="-228600" algn="l" rtl="0">
              <a:spcBef>
                <a:spcPts val="800"/>
              </a:spcBef>
              <a:spcAft>
                <a:spcPts val="0"/>
              </a:spcAft>
              <a:buAutoNum type="arabicPeriod"/>
            </a:pPr>
            <a:r>
              <a:rPr lang="en-IN" dirty="0" err="1" smtClean="0"/>
              <a:t>Passwordless</a:t>
            </a:r>
            <a:r>
              <a:rPr lang="en-IN" dirty="0" smtClean="0"/>
              <a:t> Authentication</a:t>
            </a:r>
          </a:p>
          <a:p>
            <a:pPr marL="228600" lvl="0" indent="-228600" algn="l" rtl="0">
              <a:spcBef>
                <a:spcPts val="800"/>
              </a:spcBef>
              <a:spcAft>
                <a:spcPts val="0"/>
              </a:spcAft>
              <a:buAutoNum type="arabicPeriod"/>
            </a:pPr>
            <a:r>
              <a:rPr lang="en-IN" dirty="0" smtClean="0"/>
              <a:t>Data Encryption / Decryption</a:t>
            </a:r>
          </a:p>
          <a:p>
            <a:pPr marL="228600" lvl="0" indent="-228600" algn="l" rtl="0">
              <a:spcBef>
                <a:spcPts val="800"/>
              </a:spcBef>
              <a:spcAft>
                <a:spcPts val="0"/>
              </a:spcAft>
              <a:buAutoNum type="arabicPeriod"/>
            </a:pPr>
            <a:r>
              <a:rPr lang="en-IN" dirty="0" smtClean="0"/>
              <a:t>Physical Durability</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67"/>
                                        </p:tgtEl>
                                        <p:attrNameLst>
                                          <p:attrName>style.visibility</p:attrName>
                                        </p:attrNameLst>
                                      </p:cBhvr>
                                      <p:to>
                                        <p:strVal val="visible"/>
                                      </p:to>
                                    </p:set>
                                    <p:animEffect transition="in" filter="randombar(horizontal)">
                                      <p:cBhvr>
                                        <p:cTn id="7" dur="500"/>
                                        <p:tgtEl>
                                          <p:spTgt spid="36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68">
                                            <p:txEl>
                                              <p:pRg st="0" end="0"/>
                                            </p:txEl>
                                          </p:spTgt>
                                        </p:tgtEl>
                                        <p:attrNameLst>
                                          <p:attrName>style.visibility</p:attrName>
                                        </p:attrNameLst>
                                      </p:cBhvr>
                                      <p:to>
                                        <p:strVal val="visible"/>
                                      </p:to>
                                    </p:set>
                                    <p:animEffect transition="in" filter="fade">
                                      <p:cBhvr>
                                        <p:cTn id="11" dur="500"/>
                                        <p:tgtEl>
                                          <p:spTgt spid="368">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68">
                                            <p:txEl>
                                              <p:pRg st="1" end="1"/>
                                            </p:txEl>
                                          </p:spTgt>
                                        </p:tgtEl>
                                        <p:attrNameLst>
                                          <p:attrName>style.visibility</p:attrName>
                                        </p:attrNameLst>
                                      </p:cBhvr>
                                      <p:to>
                                        <p:strVal val="visible"/>
                                      </p:to>
                                    </p:set>
                                    <p:animEffect transition="in" filter="fade">
                                      <p:cBhvr>
                                        <p:cTn id="15" dur="500"/>
                                        <p:tgtEl>
                                          <p:spTgt spid="368">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68">
                                            <p:txEl>
                                              <p:pRg st="2" end="2"/>
                                            </p:txEl>
                                          </p:spTgt>
                                        </p:tgtEl>
                                        <p:attrNameLst>
                                          <p:attrName>style.visibility</p:attrName>
                                        </p:attrNameLst>
                                      </p:cBhvr>
                                      <p:to>
                                        <p:strVal val="visible"/>
                                      </p:to>
                                    </p:set>
                                    <p:animEffect transition="in" filter="fade">
                                      <p:cBhvr>
                                        <p:cTn id="19" dur="500"/>
                                        <p:tgtEl>
                                          <p:spTgt spid="368">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68">
                                            <p:txEl>
                                              <p:pRg st="3" end="3"/>
                                            </p:txEl>
                                          </p:spTgt>
                                        </p:tgtEl>
                                        <p:attrNameLst>
                                          <p:attrName>style.visibility</p:attrName>
                                        </p:attrNameLst>
                                      </p:cBhvr>
                                      <p:to>
                                        <p:strVal val="visible"/>
                                      </p:to>
                                    </p:set>
                                    <p:animEffect transition="in" filter="fade">
                                      <p:cBhvr>
                                        <p:cTn id="23" dur="500"/>
                                        <p:tgtEl>
                                          <p:spTgt spid="368">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68">
                                            <p:txEl>
                                              <p:pRg st="4" end="4"/>
                                            </p:txEl>
                                          </p:spTgt>
                                        </p:tgtEl>
                                        <p:attrNameLst>
                                          <p:attrName>style.visibility</p:attrName>
                                        </p:attrNameLst>
                                      </p:cBhvr>
                                      <p:to>
                                        <p:strVal val="visible"/>
                                      </p:to>
                                    </p:set>
                                    <p:animEffect transition="in" filter="fade">
                                      <p:cBhvr>
                                        <p:cTn id="27" dur="500"/>
                                        <p:tgtEl>
                                          <p:spTgt spid="368">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68">
                                            <p:txEl>
                                              <p:pRg st="5" end="5"/>
                                            </p:txEl>
                                          </p:spTgt>
                                        </p:tgtEl>
                                        <p:attrNameLst>
                                          <p:attrName>style.visibility</p:attrName>
                                        </p:attrNameLst>
                                      </p:cBhvr>
                                      <p:to>
                                        <p:strVal val="visible"/>
                                      </p:to>
                                    </p:set>
                                    <p:animEffect transition="in" filter="fade">
                                      <p:cBhvr>
                                        <p:cTn id="31" dur="500"/>
                                        <p:tgtEl>
                                          <p:spTgt spid="3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 grpId="0"/>
      <p:bldP spid="36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1563" name="Google Shape;1563;p53"/>
          <p:cNvSpPr txBox="1">
            <a:spLocks noGrp="1"/>
          </p:cNvSpPr>
          <p:nvPr>
            <p:ph type="title"/>
          </p:nvPr>
        </p:nvSpPr>
        <p:spPr>
          <a:xfrm>
            <a:off x="2083220" y="1045754"/>
            <a:ext cx="4853883" cy="723300"/>
          </a:xfrm>
          <a:prstGeom prst="rect">
            <a:avLst/>
          </a:prstGeom>
        </p:spPr>
        <p:txBody>
          <a:bodyPr spcFirstLastPara="1" wrap="square" lIns="68575" tIns="34275" rIns="68575" bIns="34275" anchor="b" anchorCtr="0">
            <a:noAutofit/>
          </a:bodyPr>
          <a:lstStyle/>
          <a:p>
            <a:pPr marL="0" lvl="0" indent="0" algn="ctr" rtl="0">
              <a:spcBef>
                <a:spcPts val="0"/>
              </a:spcBef>
              <a:spcAft>
                <a:spcPts val="0"/>
              </a:spcAft>
              <a:buNone/>
            </a:pPr>
            <a:r>
              <a:rPr lang="es-ES" sz="4500" b="0" dirty="0" smtClean="0">
                <a:solidFill>
                  <a:srgbClr val="FFFFFF"/>
                </a:solidFill>
              </a:rPr>
              <a:t>CONCLUSION</a:t>
            </a:r>
            <a:endParaRPr sz="4500" b="0" dirty="0">
              <a:solidFill>
                <a:srgbClr val="FFFFFF"/>
              </a:solidFill>
            </a:endParaRPr>
          </a:p>
        </p:txBody>
      </p:sp>
      <p:sp>
        <p:nvSpPr>
          <p:cNvPr id="1564" name="Google Shape;1564;p53"/>
          <p:cNvSpPr txBox="1">
            <a:spLocks noGrp="1"/>
          </p:cNvSpPr>
          <p:nvPr>
            <p:ph type="subTitle" idx="1"/>
          </p:nvPr>
        </p:nvSpPr>
        <p:spPr>
          <a:xfrm>
            <a:off x="2743200" y="1918177"/>
            <a:ext cx="3664476" cy="2255062"/>
          </a:xfrm>
          <a:prstGeom prst="rect">
            <a:avLst/>
          </a:prstGeom>
        </p:spPr>
        <p:txBody>
          <a:bodyPr spcFirstLastPara="1" wrap="square" lIns="68575" tIns="34275" rIns="68575" bIns="34275" anchor="t" anchorCtr="0">
            <a:noAutofit/>
          </a:bodyPr>
          <a:lstStyle/>
          <a:p>
            <a:pPr marL="0" lvl="0" indent="0"/>
            <a:r>
              <a:rPr lang="en-US" dirty="0"/>
              <a:t>We have designed and manufactured a reliable and secure USB security key, ensuring its compatibility with various systems. Users can now benefit from enhanced security and convenient authentication with the deployment of these USB security keys.</a:t>
            </a:r>
            <a:endParaRPr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563"/>
                                        </p:tgtEl>
                                        <p:attrNameLst>
                                          <p:attrName>style.visibility</p:attrName>
                                        </p:attrNameLst>
                                      </p:cBhvr>
                                      <p:to>
                                        <p:strVal val="visible"/>
                                      </p:to>
                                    </p:set>
                                    <p:animEffect transition="in" filter="randombar(horizontal)">
                                      <p:cBhvr>
                                        <p:cTn id="7" dur="500"/>
                                        <p:tgtEl>
                                          <p:spTgt spid="1563"/>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564">
                                            <p:txEl>
                                              <p:pRg st="0" end="0"/>
                                            </p:txEl>
                                          </p:spTgt>
                                        </p:tgtEl>
                                        <p:attrNameLst>
                                          <p:attrName>style.visibility</p:attrName>
                                        </p:attrNameLst>
                                      </p:cBhvr>
                                      <p:to>
                                        <p:strVal val="visible"/>
                                      </p:to>
                                    </p:set>
                                    <p:animEffect transition="in" filter="barn(inVertical)">
                                      <p:cBhvr>
                                        <p:cTn id="11" dur="500"/>
                                        <p:tgtEl>
                                          <p:spTgt spid="15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3" grpId="0"/>
      <p:bldP spid="156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C2E3A"/>
            </a:gs>
            <a:gs pos="100000">
              <a:srgbClr val="110F16"/>
            </a:gs>
          </a:gsLst>
          <a:path path="circle">
            <a:fillToRect l="50000" t="50000" r="50000" b="50000"/>
          </a:path>
          <a:tileRect/>
        </a:gradFill>
        <a:effectLst/>
      </p:bgPr>
    </p:bg>
    <p:spTree>
      <p:nvGrpSpPr>
        <p:cNvPr id="1" name="Shape 1677"/>
        <p:cNvGrpSpPr/>
        <p:nvPr/>
      </p:nvGrpSpPr>
      <p:grpSpPr>
        <a:xfrm>
          <a:off x="0" y="0"/>
          <a:ext cx="0" cy="0"/>
          <a:chOff x="0" y="0"/>
          <a:chExt cx="0" cy="0"/>
        </a:xfrm>
      </p:grpSpPr>
      <p:sp>
        <p:nvSpPr>
          <p:cNvPr id="1678" name="Google Shape;1678;p62"/>
          <p:cNvSpPr txBox="1">
            <a:spLocks noGrp="1"/>
          </p:cNvSpPr>
          <p:nvPr>
            <p:ph type="ctrTitle"/>
          </p:nvPr>
        </p:nvSpPr>
        <p:spPr>
          <a:xfrm>
            <a:off x="1362117" y="1895939"/>
            <a:ext cx="3158100" cy="1241400"/>
          </a:xfrm>
          <a:prstGeom prst="rect">
            <a:avLst/>
          </a:prstGeom>
        </p:spPr>
        <p:txBody>
          <a:bodyPr spcFirstLastPara="1" wrap="square" lIns="68575" tIns="34275" rIns="68575" bIns="34275" anchor="ctr" anchorCtr="0">
            <a:noAutofit/>
          </a:bodyPr>
          <a:lstStyle/>
          <a:p>
            <a:pPr marL="0" lvl="0" indent="0" algn="ctr" rtl="0">
              <a:spcBef>
                <a:spcPts val="0"/>
              </a:spcBef>
              <a:spcAft>
                <a:spcPts val="0"/>
              </a:spcAft>
              <a:buNone/>
            </a:pPr>
            <a:r>
              <a:rPr lang="es-ES" sz="4800" dirty="0" smtClean="0">
                <a:solidFill>
                  <a:srgbClr val="FFFFFF"/>
                </a:solidFill>
              </a:rPr>
              <a:t>THANK </a:t>
            </a:r>
            <a:br>
              <a:rPr lang="es-ES" sz="4800" dirty="0" smtClean="0">
                <a:solidFill>
                  <a:srgbClr val="FFFFFF"/>
                </a:solidFill>
              </a:rPr>
            </a:br>
            <a:r>
              <a:rPr lang="es-ES" sz="4800" dirty="0" smtClean="0"/>
              <a:t>YOU...!</a:t>
            </a:r>
            <a:endParaRPr sz="4800" dirty="0">
              <a:solidFill>
                <a:srgbClr val="FFFFFF"/>
              </a:solidFill>
            </a:endParaRPr>
          </a:p>
        </p:txBody>
      </p:sp>
      <p:sp>
        <p:nvSpPr>
          <p:cNvPr id="1679" name="Google Shape;1679;p62"/>
          <p:cNvSpPr txBox="1"/>
          <p:nvPr/>
        </p:nvSpPr>
        <p:spPr>
          <a:xfrm>
            <a:off x="6542928" y="1749291"/>
            <a:ext cx="3670500" cy="1766605"/>
          </a:xfrm>
          <a:prstGeom prst="rect">
            <a:avLst/>
          </a:prstGeom>
          <a:noFill/>
          <a:ln>
            <a:noFill/>
          </a:ln>
        </p:spPr>
        <p:txBody>
          <a:bodyPr spcFirstLastPara="1" wrap="square" lIns="0" tIns="0" rIns="0" bIns="0" anchor="ctr" anchorCtr="0">
            <a:noAutofit/>
          </a:bodyPr>
          <a:lstStyle/>
          <a:p>
            <a:pPr marL="0" lvl="0" indent="0" algn="l" rtl="0">
              <a:spcBef>
                <a:spcPts val="500"/>
              </a:spcBef>
              <a:spcAft>
                <a:spcPts val="0"/>
              </a:spcAft>
              <a:buNone/>
            </a:pPr>
            <a:r>
              <a:rPr lang="en-IN" sz="1200" b="1" dirty="0" smtClean="0">
                <a:solidFill>
                  <a:srgbClr val="FFFFFF"/>
                </a:solidFill>
                <a:latin typeface="Roboto Slab"/>
                <a:ea typeface="Roboto Slab"/>
                <a:cs typeface="Roboto Slab"/>
                <a:sym typeface="Roboto Slab"/>
              </a:rPr>
              <a:t>we = Persons</a:t>
            </a:r>
            <a:r>
              <a:rPr lang="en-IN" sz="1200" b="1" dirty="0" smtClean="0">
                <a:solidFill>
                  <a:srgbClr val="FFFFFF"/>
                </a:solidFill>
                <a:latin typeface="Roboto Slab"/>
                <a:ea typeface="Roboto Slab"/>
                <a:cs typeface="Roboto Slab"/>
                <a:sym typeface="Roboto Slab"/>
              </a:rPr>
              <a:t>( )</a:t>
            </a:r>
            <a:endParaRPr lang="en-IN" sz="1200" b="1" dirty="0" smtClean="0">
              <a:solidFill>
                <a:srgbClr val="FFFFFF"/>
              </a:solidFill>
              <a:latin typeface="Roboto Slab"/>
              <a:ea typeface="Roboto Slab"/>
              <a:cs typeface="Roboto Slab"/>
              <a:sym typeface="Roboto Slab"/>
            </a:endParaRPr>
          </a:p>
          <a:p>
            <a:pPr marL="0" lvl="0" indent="0" algn="l" rtl="0">
              <a:spcBef>
                <a:spcPts val="500"/>
              </a:spcBef>
              <a:spcAft>
                <a:spcPts val="0"/>
              </a:spcAft>
              <a:buNone/>
            </a:pPr>
            <a:r>
              <a:rPr lang="en-IN" sz="1200" b="1" dirty="0" smtClean="0">
                <a:solidFill>
                  <a:srgbClr val="FFFFFF"/>
                </a:solidFill>
                <a:latin typeface="Roboto Slab"/>
                <a:ea typeface="Roboto Slab"/>
                <a:cs typeface="Roboto Slab"/>
                <a:sym typeface="Roboto Slab"/>
              </a:rPr>
              <a:t>while(</a:t>
            </a:r>
            <a:r>
              <a:rPr lang="en-IN" sz="1200" b="1" dirty="0" err="1" smtClean="0">
                <a:solidFill>
                  <a:srgbClr val="FFFFFF"/>
                </a:solidFill>
                <a:latin typeface="Roboto Slab"/>
                <a:ea typeface="Roboto Slab"/>
                <a:cs typeface="Roboto Slab"/>
                <a:sym typeface="Roboto Slab"/>
              </a:rPr>
              <a:t>we.awake</a:t>
            </a:r>
            <a:r>
              <a:rPr lang="en-IN" sz="1200" b="1" dirty="0" smtClean="0">
                <a:solidFill>
                  <a:srgbClr val="FFFFFF"/>
                </a:solidFill>
                <a:latin typeface="Roboto Slab"/>
                <a:ea typeface="Roboto Slab"/>
                <a:cs typeface="Roboto Slab"/>
                <a:sym typeface="Roboto Slab"/>
              </a:rPr>
              <a:t>( ))</a:t>
            </a:r>
          </a:p>
          <a:p>
            <a:pPr marL="0" lvl="0" indent="0" algn="l" rtl="0">
              <a:spcBef>
                <a:spcPts val="500"/>
              </a:spcBef>
              <a:spcAft>
                <a:spcPts val="0"/>
              </a:spcAft>
              <a:buNone/>
            </a:pPr>
            <a:r>
              <a:rPr lang="en-IN" sz="1200" b="1" dirty="0" smtClean="0">
                <a:solidFill>
                  <a:srgbClr val="FFFFFF"/>
                </a:solidFill>
                <a:latin typeface="Roboto Slab"/>
                <a:ea typeface="Roboto Slab"/>
                <a:cs typeface="Roboto Slab"/>
                <a:sym typeface="Roboto Slab"/>
              </a:rPr>
              <a:t>      </a:t>
            </a:r>
            <a:r>
              <a:rPr lang="en-IN" sz="1200" b="1" dirty="0" err="1" smtClean="0">
                <a:solidFill>
                  <a:srgbClr val="FFFFFF"/>
                </a:solidFill>
                <a:latin typeface="Roboto Slab"/>
                <a:ea typeface="Roboto Slab"/>
                <a:cs typeface="Roboto Slab"/>
                <a:sym typeface="Roboto Slab"/>
              </a:rPr>
              <a:t>we.code</a:t>
            </a:r>
            <a:r>
              <a:rPr lang="en-IN" sz="1200" b="1" smtClean="0">
                <a:solidFill>
                  <a:srgbClr val="FFFFFF"/>
                </a:solidFill>
                <a:latin typeface="Roboto Slab"/>
                <a:ea typeface="Roboto Slab"/>
                <a:cs typeface="Roboto Slab"/>
                <a:sym typeface="Roboto Slab"/>
              </a:rPr>
              <a:t>( )</a:t>
            </a:r>
            <a:endParaRPr lang="en-IN" sz="1200" b="1" dirty="0" smtClean="0">
              <a:solidFill>
                <a:srgbClr val="FFFFFF"/>
              </a:solidFill>
              <a:latin typeface="Roboto Slab"/>
              <a:ea typeface="Roboto Slab"/>
              <a:cs typeface="Roboto Slab"/>
              <a:sym typeface="Roboto Slab"/>
            </a:endParaRPr>
          </a:p>
          <a:p>
            <a:pPr marL="0" lvl="0" indent="0" algn="l" rtl="0">
              <a:spcBef>
                <a:spcPts val="500"/>
              </a:spcBef>
              <a:spcAft>
                <a:spcPts val="0"/>
              </a:spcAft>
              <a:buNone/>
            </a:pPr>
            <a:endParaRPr sz="1050" b="1" dirty="0">
              <a:solidFill>
                <a:srgbClr val="FFFFFF"/>
              </a:solidFill>
              <a:latin typeface="Roboto Slab"/>
              <a:ea typeface="Roboto Slab"/>
              <a:cs typeface="Roboto Slab"/>
              <a:sym typeface="Roboto Slab"/>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7681" y="1698488"/>
            <a:ext cx="2809875" cy="1628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78"/>
                                        </p:tgtEl>
                                        <p:attrNameLst>
                                          <p:attrName>style.visibility</p:attrName>
                                        </p:attrNameLst>
                                      </p:cBhvr>
                                      <p:to>
                                        <p:strVal val="visible"/>
                                      </p:to>
                                    </p:set>
                                    <p:animEffect transition="in" filter="fade">
                                      <p:cBhvr>
                                        <p:cTn id="7" dur="1000"/>
                                        <p:tgtEl>
                                          <p:spTgt spid="1678"/>
                                        </p:tgtEl>
                                      </p:cBhvr>
                                    </p:animEffect>
                                    <p:anim calcmode="lin" valueType="num">
                                      <p:cBhvr>
                                        <p:cTn id="8" dur="1000" fill="hold"/>
                                        <p:tgtEl>
                                          <p:spTgt spid="1678"/>
                                        </p:tgtEl>
                                        <p:attrNameLst>
                                          <p:attrName>ppt_x</p:attrName>
                                        </p:attrNameLst>
                                      </p:cBhvr>
                                      <p:tavLst>
                                        <p:tav tm="0">
                                          <p:val>
                                            <p:strVal val="#ppt_x"/>
                                          </p:val>
                                        </p:tav>
                                        <p:tav tm="100000">
                                          <p:val>
                                            <p:strVal val="#ppt_x"/>
                                          </p:val>
                                        </p:tav>
                                      </p:tavLst>
                                    </p:anim>
                                    <p:anim calcmode="lin" valueType="num">
                                      <p:cBhvr>
                                        <p:cTn id="9" dur="1000" fill="hold"/>
                                        <p:tgtEl>
                                          <p:spTgt spid="167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79"/>
                                        </p:tgtEl>
                                        <p:attrNameLst>
                                          <p:attrName>style.visibility</p:attrName>
                                        </p:attrNameLst>
                                      </p:cBhvr>
                                      <p:to>
                                        <p:strVal val="visible"/>
                                      </p:to>
                                    </p:set>
                                    <p:animEffect transition="in" filter="fade">
                                      <p:cBhvr>
                                        <p:cTn id="17" dur="1000"/>
                                        <p:tgtEl>
                                          <p:spTgt spid="1679"/>
                                        </p:tgtEl>
                                      </p:cBhvr>
                                    </p:animEffect>
                                    <p:anim calcmode="lin" valueType="num">
                                      <p:cBhvr>
                                        <p:cTn id="18" dur="1000" fill="hold"/>
                                        <p:tgtEl>
                                          <p:spTgt spid="1679"/>
                                        </p:tgtEl>
                                        <p:attrNameLst>
                                          <p:attrName>ppt_x</p:attrName>
                                        </p:attrNameLst>
                                      </p:cBhvr>
                                      <p:tavLst>
                                        <p:tav tm="0">
                                          <p:val>
                                            <p:strVal val="#ppt_x"/>
                                          </p:val>
                                        </p:tav>
                                        <p:tav tm="100000">
                                          <p:val>
                                            <p:strVal val="#ppt_x"/>
                                          </p:val>
                                        </p:tav>
                                      </p:tavLst>
                                    </p:anim>
                                    <p:anim calcmode="lin" valueType="num">
                                      <p:cBhvr>
                                        <p:cTn id="19" dur="1000" fill="hold"/>
                                        <p:tgtEl>
                                          <p:spTgt spid="16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8" grpId="0"/>
      <p:bldP spid="1679" grpId="0"/>
    </p:bldLst>
  </p:timing>
</p:sld>
</file>

<file path=ppt/theme/theme1.xml><?xml version="1.0" encoding="utf-8"?>
<a:theme xmlns:a="http://schemas.openxmlformats.org/drawingml/2006/main" name="Elegant waves by slidesgo">
  <a:themeElements>
    <a:clrScheme name="Personalizado 1">
      <a:dk1>
        <a:srgbClr val="00072D"/>
      </a:dk1>
      <a:lt1>
        <a:srgbClr val="FFFFFF"/>
      </a:lt1>
      <a:dk2>
        <a:srgbClr val="FFFFFF"/>
      </a:dk2>
      <a:lt2>
        <a:srgbClr val="FFFFFF"/>
      </a:lt2>
      <a:accent1>
        <a:srgbClr val="0C2E3A"/>
      </a:accent1>
      <a:accent2>
        <a:srgbClr val="110F16"/>
      </a:accent2>
      <a:accent3>
        <a:srgbClr val="0A2472"/>
      </a:accent3>
      <a:accent4>
        <a:srgbClr val="001C55"/>
      </a:accent4>
      <a:accent5>
        <a:srgbClr val="FFFFFF"/>
      </a:accent5>
      <a:accent6>
        <a:srgbClr val="FFFFFF"/>
      </a:accent6>
      <a:hlink>
        <a:srgbClr val="FFFFFF"/>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TotalTime>
  <Words>595</Words>
  <Application>Microsoft Office PowerPoint</Application>
  <PresentationFormat>On-screen Show (16:9)</PresentationFormat>
  <Paragraphs>181</Paragraphs>
  <Slides>18</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Yeseva One</vt:lpstr>
      <vt:lpstr>Nunito Sans</vt:lpstr>
      <vt:lpstr>Arial</vt:lpstr>
      <vt:lpstr>Roboto Light</vt:lpstr>
      <vt:lpstr>Roboto</vt:lpstr>
      <vt:lpstr>Squada One</vt:lpstr>
      <vt:lpstr>Nunito Sans ExtraBold</vt:lpstr>
      <vt:lpstr>Roboto Slab Light</vt:lpstr>
      <vt:lpstr>Nunito Sans Black</vt:lpstr>
      <vt:lpstr>Nunito Sans SemiBold</vt:lpstr>
      <vt:lpstr>Roboto Slab</vt:lpstr>
      <vt:lpstr>Calibri</vt:lpstr>
      <vt:lpstr>Elegant waves by slidesgo</vt:lpstr>
      <vt:lpstr>USB Security Key</vt:lpstr>
      <vt:lpstr>TABLE OF CONTENTS</vt:lpstr>
      <vt:lpstr>Introduction</vt:lpstr>
      <vt:lpstr>SCOPE</vt:lpstr>
      <vt:lpstr>WORK BREAKDOWN STRUCTURE</vt:lpstr>
      <vt:lpstr>PowerPoint Presentation</vt:lpstr>
      <vt:lpstr>COST-BREAKDOWN STRUCTURE</vt:lpstr>
      <vt:lpstr>COST CALCULATION</vt:lpstr>
      <vt:lpstr>RISK  ANALYSIS</vt:lpstr>
      <vt:lpstr>METHODOLOGY</vt:lpstr>
      <vt:lpstr>Literature  Survey</vt:lpstr>
      <vt:lpstr>Technology</vt:lpstr>
      <vt:lpstr>System  Architecture</vt:lpstr>
      <vt:lpstr>PowerPoint Presentation</vt:lpstr>
      <vt:lpstr>Design  &amp; Implementation</vt:lpstr>
      <vt:lpstr>Features / Functionality</vt:lpstr>
      <vt:lpstr>CONCLUSION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USB Security Key</dc:title>
  <dc:creator>Admin</dc:creator>
  <cp:lastModifiedBy>Vijaylaxmi</cp:lastModifiedBy>
  <cp:revision>37</cp:revision>
  <dcterms:modified xsi:type="dcterms:W3CDTF">2023-06-28T04:18:46Z</dcterms:modified>
</cp:coreProperties>
</file>